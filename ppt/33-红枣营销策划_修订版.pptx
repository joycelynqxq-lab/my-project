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2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3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716" r:id="rId3"/>
    <p:sldId id="717" r:id="rId5"/>
    <p:sldId id="719" r:id="rId6"/>
    <p:sldId id="651" r:id="rId7"/>
    <p:sldId id="702" r:id="rId8"/>
    <p:sldId id="731" r:id="rId9"/>
    <p:sldId id="732" r:id="rId10"/>
  </p:sldIdLst>
  <p:sldSz cx="12192000" cy="6858000"/>
  <p:notesSz cx="6858000" cy="9144000"/>
  <p:embeddedFontLst>
    <p:embeddedFont>
      <p:font typeface="江西拙楷" panose="02010600040101010101" charset="-122"/>
      <p:regular r:id="rId17"/>
    </p:embeddedFont>
    <p:embeddedFont>
      <p:font typeface="Calibri" panose="020F0502020204030204" charset="0"/>
      <p:regular r:id="rId18"/>
    </p:embeddedFont>
  </p:embeddedFontLst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4" userDrawn="1">
          <p15:clr>
            <a:srgbClr val="A4A3A4"/>
          </p15:clr>
        </p15:guide>
        <p15:guide id="2" pos="42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B83D"/>
    <a:srgbClr val="FFC55F"/>
    <a:srgbClr val="FFFAF4"/>
    <a:srgbClr val="B62F06"/>
    <a:srgbClr val="FEF5E7"/>
    <a:srgbClr val="FDECD0"/>
    <a:srgbClr val="FFD27C"/>
    <a:srgbClr val="CB3007"/>
    <a:srgbClr val="F7E0DA"/>
    <a:srgbClr val="C53D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534"/>
        <p:guide pos="424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23.xml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customXml" Target="../customXml/item1.xml"/><Relationship Id="rId15" Type="http://schemas.openxmlformats.org/officeDocument/2006/relationships/customXmlProps" Target="../customXml/itemProps122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image" Target="../media/image5.svg"/><Relationship Id="rId12" Type="http://schemas.openxmlformats.org/officeDocument/2006/relationships/image" Target="../media/image4.png"/><Relationship Id="rId11" Type="http://schemas.openxmlformats.org/officeDocument/2006/relationships/image" Target="../media/image3.svg"/><Relationship Id="rId10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svg"/><Relationship Id="rId8" Type="http://schemas.openxmlformats.org/officeDocument/2006/relationships/image" Target="../media/image7.png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8" Type="http://schemas.openxmlformats.org/officeDocument/2006/relationships/notesSlide" Target="../notesSlides/notesSlide2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94.xml"/><Relationship Id="rId25" Type="http://schemas.openxmlformats.org/officeDocument/2006/relationships/tags" Target="../tags/tag93.xml"/><Relationship Id="rId24" Type="http://schemas.openxmlformats.org/officeDocument/2006/relationships/image" Target="../media/image8.png"/><Relationship Id="rId23" Type="http://schemas.openxmlformats.org/officeDocument/2006/relationships/tags" Target="../tags/tag92.xml"/><Relationship Id="rId22" Type="http://schemas.openxmlformats.org/officeDocument/2006/relationships/tags" Target="../tags/tag9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tags" Target="../tags/tag73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07.xml"/><Relationship Id="rId16" Type="http://schemas.openxmlformats.org/officeDocument/2006/relationships/image" Target="../media/image5.svg"/><Relationship Id="rId15" Type="http://schemas.openxmlformats.org/officeDocument/2006/relationships/image" Target="../media/image7.png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svg"/><Relationship Id="rId8" Type="http://schemas.openxmlformats.org/officeDocument/2006/relationships/image" Target="../media/image7.png"/><Relationship Id="rId7" Type="http://schemas.openxmlformats.org/officeDocument/2006/relationships/image" Target="../media/image3.svg"/><Relationship Id="rId6" Type="http://schemas.openxmlformats.org/officeDocument/2006/relationships/image" Target="../media/image10.png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13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tags" Target="../tags/tag112.xml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tags" Target="../tags/tag116.xml"/><Relationship Id="rId6" Type="http://schemas.openxmlformats.org/officeDocument/2006/relationships/image" Target="../media/image5.svg"/><Relationship Id="rId5" Type="http://schemas.openxmlformats.org/officeDocument/2006/relationships/image" Target="../media/image7.png"/><Relationship Id="rId4" Type="http://schemas.openxmlformats.org/officeDocument/2006/relationships/image" Target="../media/image3.svg"/><Relationship Id="rId3" Type="http://schemas.openxmlformats.org/officeDocument/2006/relationships/image" Target="../media/image10.png"/><Relationship Id="rId2" Type="http://schemas.openxmlformats.org/officeDocument/2006/relationships/tags" Target="../tags/tag11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17.xml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tags" Target="../tags/tag11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image" Target="../media/image17.png"/><Relationship Id="rId7" Type="http://schemas.openxmlformats.org/officeDocument/2006/relationships/tags" Target="../tags/tag120.xml"/><Relationship Id="rId6" Type="http://schemas.openxmlformats.org/officeDocument/2006/relationships/image" Target="../media/image5.svg"/><Relationship Id="rId5" Type="http://schemas.openxmlformats.org/officeDocument/2006/relationships/image" Target="../media/image7.png"/><Relationship Id="rId4" Type="http://schemas.openxmlformats.org/officeDocument/2006/relationships/image" Target="../media/image3.svg"/><Relationship Id="rId3" Type="http://schemas.openxmlformats.org/officeDocument/2006/relationships/image" Target="../media/image10.png"/><Relationship Id="rId2" Type="http://schemas.openxmlformats.org/officeDocument/2006/relationships/tags" Target="../tags/tag119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1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红枣封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080135" y="5175250"/>
            <a:ext cx="4297680" cy="541020"/>
            <a:chOff x="1257" y="7818"/>
            <a:chExt cx="6768" cy="852"/>
          </a:xfrm>
        </p:grpSpPr>
        <p:grpSp>
          <p:nvGrpSpPr>
            <p:cNvPr id="23" name="组合 22"/>
            <p:cNvGrpSpPr/>
            <p:nvPr/>
          </p:nvGrpSpPr>
          <p:grpSpPr>
            <a:xfrm rot="0">
              <a:off x="1257" y="7818"/>
              <a:ext cx="3742" cy="851"/>
              <a:chOff x="1550" y="7357"/>
              <a:chExt cx="3742" cy="851"/>
            </a:xfrm>
          </p:grpSpPr>
          <p:sp>
            <p:nvSpPr>
              <p:cNvPr id="25" name="圆角矩形 24"/>
              <p:cNvSpPr/>
              <p:nvPr>
                <p:custDataLst>
                  <p:tags r:id="rId2"/>
                </p:custDataLst>
              </p:nvPr>
            </p:nvSpPr>
            <p:spPr>
              <a:xfrm rot="16200000" flipH="1">
                <a:off x="2650" y="6256"/>
                <a:ext cx="686" cy="2887"/>
              </a:xfrm>
              <a:prstGeom prst="roundRect">
                <a:avLst>
                  <a:gd name="adj" fmla="val 50000"/>
                </a:avLst>
              </a:prstGeom>
              <a:solidFill>
                <a:srgbClr val="B62F06"/>
              </a:solidFill>
              <a:ln w="15875">
                <a:solidFill>
                  <a:srgbClr val="B62F0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rgbClr val="C8B802"/>
                  </a:solidFill>
                </a:endParaRPr>
              </a:p>
            </p:txBody>
          </p:sp>
          <p:sp>
            <p:nvSpPr>
              <p:cNvPr id="26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    <p:cNvSpPr/>
              <p:nvPr>
                <p:custDataLst>
                  <p:tags r:id="rId3"/>
                </p:custDataLst>
              </p:nvPr>
            </p:nvSpPr>
            <p:spPr>
              <a:xfrm>
                <a:off x="1698" y="7494"/>
                <a:ext cx="3594" cy="714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p>
                <a:pPr algn="l" fontAlgn="base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>
                    <a:ln w="0">
                      <a:noFill/>
                    </a:ln>
                    <a:solidFill>
                      <a:schemeClr val="bg1"/>
                    </a:solidFill>
                    <a:latin typeface="獅尾XD珍珠SC-Medium" panose="020B0500000000000000" charset="-120"/>
                    <a:ea typeface="獅尾XD珍珠SC-Medium" panose="020B0500000000000000" charset="-120"/>
                    <a:cs typeface="汉仪秦川飞影W" panose="00020600040101010101" charset="-122"/>
                  </a:rPr>
                  <a:t>第 组</a:t>
                </a:r>
                <a:endParaRPr lang="zh-CN" altLang="en-US">
                  <a:latin typeface="獅尾XD珍珠SC-Medium" panose="020B0500000000000000" charset="-120"/>
                  <a:ea typeface="獅尾XD珍珠SC-Medium" panose="020B0500000000000000" charset="-120"/>
                  <a:cs typeface="汉仪秦川飞影W" panose="00020600040101010101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 rot="0">
              <a:off x="4283" y="7818"/>
              <a:ext cx="3743" cy="852"/>
              <a:chOff x="4485" y="7292"/>
              <a:chExt cx="3743" cy="852"/>
            </a:xfrm>
          </p:grpSpPr>
          <p:sp>
            <p:nvSpPr>
              <p:cNvPr id="28" name="圆角矩形 27"/>
              <p:cNvSpPr/>
              <p:nvPr>
                <p:custDataLst>
                  <p:tags r:id="rId4"/>
                </p:custDataLst>
              </p:nvPr>
            </p:nvSpPr>
            <p:spPr>
              <a:xfrm rot="16200000" flipH="1">
                <a:off x="5782" y="5995"/>
                <a:ext cx="646" cy="3240"/>
              </a:xfrm>
              <a:prstGeom prst="roundRect">
                <a:avLst>
                  <a:gd name="adj" fmla="val 50000"/>
                </a:avLst>
              </a:prstGeom>
              <a:solidFill>
                <a:srgbClr val="FFFAF9"/>
              </a:solidFill>
              <a:ln w="15875">
                <a:solidFill>
                  <a:srgbClr val="FFFAF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rgbClr val="C8B802"/>
                  </a:solidFill>
                </a:endParaRPr>
              </a:p>
            </p:txBody>
          </p:sp>
          <p:sp>
            <p:nvSpPr>
              <p:cNvPr id="29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    <p:cNvSpPr/>
              <p:nvPr>
                <p:custDataLst>
                  <p:tags r:id="rId5"/>
                </p:custDataLst>
              </p:nvPr>
            </p:nvSpPr>
            <p:spPr>
              <a:xfrm>
                <a:off x="4634" y="7430"/>
                <a:ext cx="3594" cy="714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p>
                <a:pPr algn="l" fontAlgn="base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>
                    <a:ln w="0">
                      <a:noFill/>
                    </a:ln>
                    <a:solidFill>
                      <a:srgbClr val="B62F06"/>
                    </a:solidFill>
                    <a:effectLst/>
                    <a:latin typeface="獅尾XD珍珠SC-Medium" panose="020B0500000000000000" charset="-120"/>
                    <a:ea typeface="獅尾XD珍珠SC-Medium" panose="020B0500000000000000" charset="-120"/>
                    <a:cs typeface="汉仪秦川飞影W" panose="00020600040101010101" charset="-122"/>
                  </a:rPr>
                  <a:t>24901073 张紫祺</a:t>
                </a:r>
                <a:endParaRPr lang="en-US" altLang="zh-CN">
                  <a:latin typeface="獅尾XD珍珠SC-Medium" panose="020B0500000000000000" charset="-120"/>
                  <a:ea typeface="獅尾XD珍珠SC-Medium" panose="020B0500000000000000" charset="-120"/>
                  <a:cs typeface="汉仪秦川飞影W" panose="00020600040101010101" charset="-122"/>
                </a:endParaRPr>
              </a:p>
            </p:txBody>
          </p:sp>
        </p:grpSp>
      </p:grpSp>
      <p:grpSp>
        <p:nvGrpSpPr>
          <p:cNvPr id="39" name="组合 38"/>
          <p:cNvGrpSpPr/>
          <p:nvPr/>
        </p:nvGrpSpPr>
        <p:grpSpPr>
          <a:xfrm>
            <a:off x="8659495" y="7040880"/>
            <a:ext cx="1623060" cy="619760"/>
            <a:chOff x="12251" y="11088"/>
            <a:chExt cx="2556" cy="976"/>
          </a:xfrm>
        </p:grpSpPr>
        <p:sp>
          <p:nvSpPr>
            <p:cNvPr id="40" name="圆角矩形 39"/>
            <p:cNvSpPr/>
            <p:nvPr/>
          </p:nvSpPr>
          <p:spPr>
            <a:xfrm>
              <a:off x="12251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B62F0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C10528"/>
                </a:solidFill>
              </a:endParaRP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12907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7E0D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13563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FD27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14219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EF5E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8" name="圆角矩形 57"/>
          <p:cNvSpPr/>
          <p:nvPr>
            <p:custDataLst>
              <p:tags r:id="rId6"/>
            </p:custDataLst>
          </p:nvPr>
        </p:nvSpPr>
        <p:spPr>
          <a:xfrm rot="10800000" flipH="1" flipV="1">
            <a:off x="889635" y="7889240"/>
            <a:ext cx="10420985" cy="76200"/>
          </a:xfrm>
          <a:prstGeom prst="roundRect">
            <a:avLst>
              <a:gd name="adj" fmla="val 0"/>
            </a:avLst>
          </a:prstGeom>
          <a:solidFill>
            <a:srgbClr val="F1AF9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990027" y="1111416"/>
            <a:ext cx="6080552" cy="177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2600" b="1">
                <a:ln w="0">
                  <a:noFill/>
                </a:ln>
                <a:gradFill>
                  <a:gsLst>
                    <a:gs pos="30000">
                      <a:schemeClr val="accent1">
                        <a:lumMod val="5000"/>
                        <a:lumOff val="95000"/>
                      </a:schemeClr>
                    </a:gs>
                    <a:gs pos="77000">
                      <a:schemeClr val="bg1"/>
                    </a:gs>
                    <a:gs pos="52000">
                      <a:srgbClr val="D54000"/>
                    </a:gs>
                  </a:gsLst>
                  <a:lin ang="1380000" scaled="0"/>
                </a:gradFill>
                <a:effectLst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  <a:sym typeface="+mn-ea"/>
              </a:rPr>
              <a:t>3</a:t>
            </a:r>
            <a:r>
              <a:rPr lang="zh-CN" altLang="en-US" sz="12600" b="1">
                <a:ln w="0">
                  <a:noFill/>
                </a:ln>
                <a:gradFill>
                  <a:gsLst>
                    <a:gs pos="30000">
                      <a:schemeClr val="accent1">
                        <a:lumMod val="5000"/>
                        <a:lumOff val="95000"/>
                      </a:schemeClr>
                    </a:gs>
                    <a:gs pos="77000">
                      <a:schemeClr val="bg1"/>
                    </a:gs>
                    <a:gs pos="52000">
                      <a:srgbClr val="D54000"/>
                    </a:gs>
                  </a:gsLst>
                  <a:lin ang="1380000" scaled="0"/>
                </a:gradFill>
                <a:effectLst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  <a:sym typeface="+mn-ea"/>
              </a:rPr>
              <a:t>秒首购</a:t>
            </a:r>
            <a:endParaRPr lang="zh-CN" altLang="en-US" sz="12600" b="1">
              <a:ln w="0">
                <a:noFill/>
              </a:ln>
              <a:gradFill>
                <a:gsLst>
                  <a:gs pos="30000">
                    <a:schemeClr val="accent1">
                      <a:lumMod val="5000"/>
                      <a:lumOff val="95000"/>
                    </a:schemeClr>
                  </a:gs>
                  <a:gs pos="77000">
                    <a:schemeClr val="bg1"/>
                  </a:gs>
                  <a:gs pos="52000">
                    <a:srgbClr val="D54000"/>
                  </a:gs>
                </a:gsLst>
                <a:lin ang="1380000" scaled="0"/>
              </a:gradFill>
              <a:effectLst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</p:txBody>
      </p:sp>
      <p:sp>
        <p:nvSpPr>
          <p:cNvPr id="21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<p:cNvSpPr/>
          <p:nvPr>
            <p:custDataLst>
              <p:tags r:id="rId7"/>
            </p:custDataLst>
          </p:nvPr>
        </p:nvSpPr>
        <p:spPr>
          <a:xfrm>
            <a:off x="1174194" y="3244699"/>
            <a:ext cx="5554158" cy="1549692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ln w="0">
                  <a:noFill/>
                </a:ln>
                <a:solidFill>
                  <a:srgbClr val="F7E0DA">
                    <a:alpha val="83000"/>
                  </a:srgbClr>
                </a:solidFill>
                <a:effectLst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让18～25岁年轻人</a:t>
            </a:r>
            <a:r>
              <a:rPr lang="zh-CN" altLang="en-US" sz="3200" b="1">
                <a:ln w="0">
                  <a:noFill/>
                </a:ln>
                <a:solidFill>
                  <a:srgbClr val="F7E0DA">
                    <a:alpha val="83000"/>
                  </a:srgbClr>
                </a:solidFill>
                <a:effectLst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在量贩零食店第一次拿起美枣王</a:t>
            </a:r>
            <a:endParaRPr lang="zh-CN" sz="3200" b="1"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8"/>
            </p:custDataLst>
          </p:nvPr>
        </p:nvSpPr>
        <p:spPr>
          <a:xfrm>
            <a:off x="9787890" y="6247130"/>
            <a:ext cx="1959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defRPr/>
            </a:pPr>
            <a:r>
              <a:rPr lang="en-US" altLang="zh-CN" sz="1400" dirty="0">
                <a:solidFill>
                  <a:srgbClr val="FEF5E7"/>
                </a:solidFill>
                <a:latin typeface="獅尾XD珍珠SC-Medium" panose="020B0500000000000000" charset="-120"/>
                <a:ea typeface="獅尾XD珍珠SC-Medium" panose="020B0500000000000000" charset="-120"/>
                <a:cs typeface="思源黑体 CN Bold" panose="020B0800000000000000" pitchFamily="34" charset="-122"/>
              </a:rPr>
              <a:t>www.docer.com</a:t>
            </a:r>
            <a:endParaRPr lang="en-US" altLang="zh-CN" sz="1400" dirty="0">
              <a:solidFill>
                <a:srgbClr val="FEF5E7"/>
              </a:solidFill>
              <a:latin typeface="獅尾XD珍珠SC-Medium" panose="020B0500000000000000" charset="-120"/>
              <a:ea typeface="獅尾XD珍珠SC-Medium" panose="020B0500000000000000" charset="-120"/>
              <a:cs typeface="思源黑体 CN Bold" panose="020B0800000000000000" pitchFamily="34" charset="-122"/>
            </a:endParaRPr>
          </a:p>
        </p:txBody>
      </p:sp>
      <p:sp>
        <p:nvSpPr>
          <p:cNvPr id="10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<p:cNvSpPr/>
          <p:nvPr>
            <p:custDataLst>
              <p:tags r:id="rId9"/>
            </p:custDataLst>
          </p:nvPr>
        </p:nvSpPr>
        <p:spPr>
          <a:xfrm>
            <a:off x="7386955" y="303530"/>
            <a:ext cx="3161665" cy="40195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di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n w="0">
                  <a:noFill/>
                </a:ln>
                <a:solidFill>
                  <a:srgbClr val="FEF5E7"/>
                </a:solidFill>
                <a:effectLst/>
                <a:latin typeface="獅尾XD珍珠SC-Medium" panose="020B0500000000000000" charset="-120"/>
                <a:ea typeface="獅尾XD珍珠SC-Medium" panose="020B0500000000000000" charset="-120"/>
                <a:cs typeface="獅尾XD珍珠SC-Medium" panose="020B0500000000000000" charset="-120"/>
              </a:rPr>
              <a:t>红在枝头</a:t>
            </a:r>
            <a:r>
              <a:rPr lang="en-US" altLang="zh-CN" sz="1200">
                <a:ln w="0">
                  <a:noFill/>
                </a:ln>
                <a:solidFill>
                  <a:srgbClr val="FEF5E7"/>
                </a:solidFill>
                <a:effectLst/>
                <a:latin typeface="獅尾XD珍珠SC-Medium" panose="020B0500000000000000" charset="-120"/>
                <a:ea typeface="獅尾XD珍珠SC-Medium" panose="020B0500000000000000" charset="-120"/>
                <a:cs typeface="獅尾XD珍珠SC-Medium" panose="020B0500000000000000" charset="-120"/>
              </a:rPr>
              <a:t>·</a:t>
            </a:r>
            <a:r>
              <a:rPr lang="zh-CN" altLang="en-US" sz="1200">
                <a:ln w="0">
                  <a:noFill/>
                </a:ln>
                <a:solidFill>
                  <a:srgbClr val="FEF5E7"/>
                </a:solidFill>
                <a:effectLst/>
                <a:latin typeface="獅尾XD珍珠SC-Medium" panose="020B0500000000000000" charset="-120"/>
                <a:ea typeface="獅尾XD珍珠SC-Medium" panose="020B0500000000000000" charset="-120"/>
                <a:cs typeface="獅尾XD珍珠SC-Medium" panose="020B0500000000000000" charset="-120"/>
              </a:rPr>
              <a:t>甜在心头</a:t>
            </a:r>
            <a:endParaRPr lang="zh-CN" altLang="en-US" sz="1200">
              <a:ln w="0">
                <a:noFill/>
              </a:ln>
              <a:solidFill>
                <a:srgbClr val="FEF5E7"/>
              </a:solidFill>
              <a:effectLst/>
              <a:latin typeface="獅尾XD珍珠SC-Medium" panose="020B0500000000000000" charset="-120"/>
              <a:ea typeface="獅尾XD珍珠SC-Medium" panose="020B0500000000000000" charset="-120"/>
              <a:cs typeface="獅尾XD珍珠SC-Medium" panose="020B0500000000000000" charset="-120"/>
            </a:endParaRPr>
          </a:p>
        </p:txBody>
      </p:sp>
      <p:pic>
        <p:nvPicPr>
          <p:cNvPr id="6" name="图片 5" descr="红枣 (1)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97480" y="6881495"/>
            <a:ext cx="1108075" cy="1108075"/>
          </a:xfrm>
          <a:prstGeom prst="rect">
            <a:avLst/>
          </a:prstGeom>
        </p:spPr>
      </p:pic>
      <p:pic>
        <p:nvPicPr>
          <p:cNvPr id="7" name="图片 6" descr="红枣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132080" y="5565140"/>
            <a:ext cx="1515745" cy="1515745"/>
          </a:xfrm>
          <a:prstGeom prst="rect">
            <a:avLst/>
          </a:prstGeom>
        </p:spPr>
      </p:pic>
      <p:sp>
        <p:nvSpPr>
          <p:cNvPr id="15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<p:cNvSpPr/>
          <p:nvPr>
            <p:custDataLst>
              <p:tags r:id="rId14"/>
            </p:custDataLst>
          </p:nvPr>
        </p:nvSpPr>
        <p:spPr>
          <a:xfrm>
            <a:off x="1087755" y="6283960"/>
            <a:ext cx="4150360" cy="40195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di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n w="0">
                  <a:noFill/>
                </a:ln>
                <a:solidFill>
                  <a:srgbClr val="FEF5E7"/>
                </a:solidFill>
                <a:effectLst/>
                <a:latin typeface="江西拙楷" panose="02010600040101010101" charset="-122"/>
                <a:ea typeface="江西拙楷" panose="02010600040101010101" charset="-122"/>
                <a:cs typeface="汉仪秦川飞影W" panose="00020600040101010101" charset="-122"/>
                <a:sym typeface="+mn-ea"/>
              </a:rPr>
              <a:t>时光沉淀的甜，是红枣写给岁月的诗</a:t>
            </a:r>
            <a:endParaRPr lang="zh-CN" altLang="en-US" sz="1400">
              <a:ln w="0">
                <a:noFill/>
              </a:ln>
              <a:solidFill>
                <a:srgbClr val="FEF5E7"/>
              </a:solidFill>
              <a:effectLst/>
              <a:latin typeface="江西拙楷" panose="02010600040101010101" charset="-122"/>
              <a:ea typeface="江西拙楷" panose="02010600040101010101" charset="-122"/>
              <a:cs typeface="汉仪秦川飞影W" panose="00020600040101010101" charset="-122"/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红枣封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8000"/>
          </a:xfrm>
          <a:prstGeom prst="rect">
            <a:avLst/>
          </a:prstGeom>
        </p:spPr>
      </p:pic>
      <p:grpSp>
        <p:nvGrpSpPr>
          <p:cNvPr id="39" name="组合 38"/>
          <p:cNvGrpSpPr/>
          <p:nvPr/>
        </p:nvGrpSpPr>
        <p:grpSpPr>
          <a:xfrm>
            <a:off x="8659495" y="7040880"/>
            <a:ext cx="1623060" cy="619760"/>
            <a:chOff x="12251" y="11088"/>
            <a:chExt cx="2556" cy="976"/>
          </a:xfrm>
        </p:grpSpPr>
        <p:sp>
          <p:nvSpPr>
            <p:cNvPr id="40" name="圆角矩形 39"/>
            <p:cNvSpPr/>
            <p:nvPr/>
          </p:nvSpPr>
          <p:spPr>
            <a:xfrm>
              <a:off x="12251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B62F0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C10528"/>
                </a:solidFill>
              </a:endParaRP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12907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7E0D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13563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FD27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14219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EF5E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5" name="矩形 34" descr="7b0a20202020227461726765744d6f64756c65223a202270726f636573734f6e6c696e65466f6e7473220a7d0a"/>
          <p:cNvSpPr/>
          <p:nvPr>
            <p:custDataLst>
              <p:tags r:id="rId2"/>
            </p:custDataLst>
          </p:nvPr>
        </p:nvSpPr>
        <p:spPr>
          <a:xfrm>
            <a:off x="556260" y="589280"/>
            <a:ext cx="5280660" cy="1568450"/>
          </a:xfrm>
          <a:prstGeom prst="rect">
            <a:avLst/>
          </a:prstGeom>
          <a:effectLst/>
        </p:spPr>
        <p:txBody>
          <a:bodyPr vert="horz" wrap="square">
            <a:noAutofit/>
          </a:bodyPr>
          <a:p>
            <a: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5400" b="1" dirty="0">
                <a:ln w="19050">
                  <a:gradFill>
                    <a:gsLst>
                      <a:gs pos="25000">
                        <a:srgbClr val="F7E0DA">
                          <a:alpha val="71000"/>
                        </a:srgbClr>
                      </a:gs>
                      <a:gs pos="71000">
                        <a:srgbClr val="B62F06">
                          <a:alpha val="83000"/>
                        </a:srgbClr>
                      </a:gs>
                    </a:gsLst>
                    <a:lin ang="14640000" scaled="0"/>
                  </a:gradFill>
                </a:ln>
                <a:noFill/>
                <a:latin typeface="獅尾XD珍珠SC-Medium" panose="020B0500000000000000" charset="-120"/>
                <a:ea typeface="獅尾XD珍珠SC-Medium" panose="020B0500000000000000" charset="-120"/>
                <a:cs typeface="Brush Script Std" panose="03060802040607070404" charset="0"/>
                <a:sym typeface="+mn-ea"/>
              </a:rPr>
              <a:t>CONTENTS</a:t>
            </a:r>
            <a:endParaRPr lang="en-US" altLang="zh-CN" sz="5400" b="1" dirty="0">
              <a:ln w="19050">
                <a:gradFill>
                  <a:gsLst>
                    <a:gs pos="25000">
                      <a:srgbClr val="F7E0DA">
                        <a:alpha val="71000"/>
                      </a:srgbClr>
                    </a:gs>
                    <a:gs pos="71000">
                      <a:srgbClr val="B62F06">
                        <a:alpha val="83000"/>
                      </a:srgbClr>
                    </a:gs>
                  </a:gsLst>
                  <a:lin ang="14640000" scaled="0"/>
                </a:gradFill>
              </a:ln>
              <a:noFill/>
              <a:latin typeface="獅尾XD珍珠SC-Medium" panose="020B0500000000000000" charset="-120"/>
              <a:ea typeface="獅尾XD珍珠SC-Medium" panose="020B0500000000000000" charset="-120"/>
              <a:cs typeface="Brush Script Std" panose="03060802040607070404" charset="0"/>
              <a:sym typeface="+mn-ea"/>
            </a:endParaRPr>
          </a:p>
        </p:txBody>
      </p:sp>
      <p:sp>
        <p:nvSpPr>
          <p:cNvPr id="58" name="圆角矩形 57"/>
          <p:cNvSpPr/>
          <p:nvPr>
            <p:custDataLst>
              <p:tags r:id="rId3"/>
            </p:custDataLst>
          </p:nvPr>
        </p:nvSpPr>
        <p:spPr>
          <a:xfrm rot="10800000" flipH="1" flipV="1">
            <a:off x="889635" y="7889240"/>
            <a:ext cx="10420985" cy="76200"/>
          </a:xfrm>
          <a:prstGeom prst="roundRect">
            <a:avLst>
              <a:gd name="adj" fmla="val 0"/>
            </a:avLst>
          </a:prstGeom>
          <a:solidFill>
            <a:srgbClr val="F1AF9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>
            <p:custDataLst>
              <p:tags r:id="rId4"/>
            </p:custDataLst>
          </p:nvPr>
        </p:nvSpPr>
        <p:spPr>
          <a:xfrm>
            <a:off x="372745" y="273050"/>
            <a:ext cx="2261235" cy="4737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EF5E7"/>
                </a:solidFill>
                <a:effectLst/>
                <a:uLnTx/>
                <a:uFillTx/>
                <a:latin typeface="獅尾XD珍珠SC-Medium" panose="020B0500000000000000" charset="-120"/>
                <a:ea typeface="獅尾XD珍珠SC-Medium" panose="020B0500000000000000" charset="-120"/>
                <a:cs typeface="思源黑体 CN Bold" panose="020B0800000000000000" pitchFamily="34" charset="-122"/>
              </a:rPr>
              <a:t>YOUR LOGO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EF5E7"/>
              </a:solidFill>
              <a:effectLst/>
              <a:uLnTx/>
              <a:uFillTx/>
              <a:latin typeface="獅尾XD珍珠SC-Medium" panose="020B0500000000000000" charset="-120"/>
              <a:ea typeface="獅尾XD珍珠SC-Medium" panose="020B0500000000000000" charset="-120"/>
              <a:cs typeface="思源黑体 CN Bold" panose="020B0800000000000000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9787890" y="6247130"/>
            <a:ext cx="1959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defRPr/>
            </a:pPr>
            <a:r>
              <a:rPr lang="en-US" altLang="zh-CN" sz="1400" dirty="0">
                <a:solidFill>
                  <a:srgbClr val="FEF5E7"/>
                </a:solidFill>
                <a:latin typeface="獅尾XD珍珠SC-Medium" panose="020B0500000000000000" charset="-120"/>
                <a:ea typeface="獅尾XD珍珠SC-Medium" panose="020B0500000000000000" charset="-120"/>
                <a:cs typeface="思源黑体 CN Bold" panose="020B0800000000000000" pitchFamily="34" charset="-122"/>
              </a:rPr>
              <a:t>www.docer.com</a:t>
            </a:r>
            <a:endParaRPr lang="en-US" altLang="zh-CN" sz="1400" dirty="0">
              <a:solidFill>
                <a:srgbClr val="FEF5E7"/>
              </a:solidFill>
              <a:latin typeface="獅尾XD珍珠SC-Medium" panose="020B0500000000000000" charset="-120"/>
              <a:ea typeface="獅尾XD珍珠SC-Medium" panose="020B0500000000000000" charset="-120"/>
              <a:cs typeface="思源黑体 CN Bold" panose="020B0800000000000000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0721975" y="273050"/>
            <a:ext cx="1025525" cy="98488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r"/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FEF5E7"/>
                </a:solidFill>
                <a:effectLst/>
                <a:uLnTx/>
                <a:uFillTx/>
                <a:latin typeface="獅尾XD珍珠SC-Medium" panose="020B0500000000000000" charset="-120"/>
                <a:ea typeface="獅尾XD珍珠SC-Medium" panose="020B0500000000000000" charset="-120"/>
                <a:cs typeface="思源黑体 CN Bold" panose="020B0800000000000000" pitchFamily="34" charset="-122"/>
              </a:rPr>
              <a:t>Red dates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FEF5E7"/>
              </a:solidFill>
              <a:effectLst/>
              <a:uLnTx/>
              <a:uFillTx/>
              <a:latin typeface="獅尾XD珍珠SC-Medium" panose="020B0500000000000000" charset="-120"/>
              <a:ea typeface="獅尾XD珍珠SC-Medium" panose="020B0500000000000000" charset="-120"/>
              <a:cs typeface="思源黑体 CN Bold" panose="020B0800000000000000" pitchFamily="34" charset="-122"/>
            </a:endParaRPr>
          </a:p>
        </p:txBody>
      </p:sp>
      <p:sp>
        <p:nvSpPr>
          <p:cNvPr id="10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<p:cNvSpPr/>
          <p:nvPr>
            <p:custDataLst>
              <p:tags r:id="rId7"/>
            </p:custDataLst>
          </p:nvPr>
        </p:nvSpPr>
        <p:spPr>
          <a:xfrm>
            <a:off x="7386955" y="303530"/>
            <a:ext cx="3161665" cy="40195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di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n w="0">
                  <a:noFill/>
                </a:ln>
                <a:solidFill>
                  <a:srgbClr val="FEF5E7"/>
                </a:solidFill>
                <a:effectLst/>
                <a:latin typeface="獅尾XD珍珠SC-Medium" panose="020B0500000000000000" charset="-120"/>
                <a:ea typeface="獅尾XD珍珠SC-Medium" panose="020B0500000000000000" charset="-120"/>
                <a:cs typeface="獅尾XD珍珠SC-Medium" panose="020B0500000000000000" charset="-120"/>
              </a:rPr>
              <a:t>红在枝头</a:t>
            </a:r>
            <a:r>
              <a:rPr lang="en-US" altLang="zh-CN" sz="1200">
                <a:ln w="0">
                  <a:noFill/>
                </a:ln>
                <a:solidFill>
                  <a:srgbClr val="FEF5E7"/>
                </a:solidFill>
                <a:effectLst/>
                <a:latin typeface="獅尾XD珍珠SC-Medium" panose="020B0500000000000000" charset="-120"/>
                <a:ea typeface="獅尾XD珍珠SC-Medium" panose="020B0500000000000000" charset="-120"/>
                <a:cs typeface="獅尾XD珍珠SC-Medium" panose="020B0500000000000000" charset="-120"/>
              </a:rPr>
              <a:t>·</a:t>
            </a:r>
            <a:r>
              <a:rPr lang="zh-CN" altLang="en-US" sz="1200">
                <a:ln w="0">
                  <a:noFill/>
                </a:ln>
                <a:solidFill>
                  <a:srgbClr val="FEF5E7"/>
                </a:solidFill>
                <a:effectLst/>
                <a:latin typeface="獅尾XD珍珠SC-Medium" panose="020B0500000000000000" charset="-120"/>
                <a:ea typeface="獅尾XD珍珠SC-Medium" panose="020B0500000000000000" charset="-120"/>
                <a:cs typeface="獅尾XD珍珠SC-Medium" panose="020B0500000000000000" charset="-120"/>
              </a:rPr>
              <a:t>甜在心头</a:t>
            </a:r>
            <a:endParaRPr lang="zh-CN" altLang="en-US" sz="1200">
              <a:ln w="0">
                <a:noFill/>
              </a:ln>
              <a:solidFill>
                <a:srgbClr val="FEF5E7"/>
              </a:solidFill>
              <a:effectLst/>
              <a:latin typeface="獅尾XD珍珠SC-Medium" panose="020B0500000000000000" charset="-120"/>
              <a:ea typeface="獅尾XD珍珠SC-Medium" panose="020B0500000000000000" charset="-120"/>
              <a:cs typeface="獅尾XD珍珠SC-Medium" panose="020B0500000000000000" charset="-120"/>
            </a:endParaRPr>
          </a:p>
        </p:txBody>
      </p:sp>
      <p:pic>
        <p:nvPicPr>
          <p:cNvPr id="7" name="图片 6" descr="红枣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32080" y="5565140"/>
            <a:ext cx="1515745" cy="1515745"/>
          </a:xfrm>
          <a:prstGeom prst="rect">
            <a:avLst/>
          </a:prstGeom>
        </p:spPr>
      </p:pic>
      <p:sp>
        <p:nvSpPr>
          <p:cNvPr id="59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<p:cNvSpPr/>
          <p:nvPr>
            <p:custDataLst>
              <p:tags r:id="rId10"/>
            </p:custDataLst>
          </p:nvPr>
        </p:nvSpPr>
        <p:spPr>
          <a:xfrm>
            <a:off x="942340" y="1662430"/>
            <a:ext cx="3455670" cy="127190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l" fontAlgn="base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000" b="1">
                <a:ln w="0">
                  <a:noFill/>
                </a:ln>
                <a:gradFill>
                  <a:gsLst>
                    <a:gs pos="25000">
                      <a:schemeClr val="accent1">
                        <a:lumMod val="5000"/>
                        <a:lumOff val="95000"/>
                      </a:schemeClr>
                    </a:gs>
                    <a:gs pos="87000">
                      <a:schemeClr val="bg1"/>
                    </a:gs>
                    <a:gs pos="100000">
                      <a:srgbClr val="B62F06"/>
                    </a:gs>
                    <a:gs pos="44000">
                      <a:srgbClr val="B62F06"/>
                    </a:gs>
                  </a:gsLst>
                  <a:lin ang="1260000" scaled="0"/>
                </a:gradFill>
                <a:effectLst/>
                <a:latin typeface="宋体" charset="0"/>
                <a:ea typeface="宋体" charset="0"/>
                <a:cs typeface="汉仪秦川飞影W" panose="00020600040101010101" charset="-122"/>
              </a:rPr>
              <a:t>目录</a:t>
            </a:r>
            <a:endParaRPr lang="zh-CN" sz="8000" b="1">
              <a:ln w="0">
                <a:noFill/>
              </a:ln>
              <a:gradFill>
                <a:gsLst>
                  <a:gs pos="25000">
                    <a:schemeClr val="accent1">
                      <a:lumMod val="5000"/>
                      <a:lumOff val="95000"/>
                    </a:schemeClr>
                  </a:gs>
                  <a:gs pos="87000">
                    <a:schemeClr val="bg1"/>
                  </a:gs>
                  <a:gs pos="100000">
                    <a:srgbClr val="B62F06"/>
                  </a:gs>
                  <a:gs pos="44000">
                    <a:srgbClr val="B62F06"/>
                  </a:gs>
                </a:gsLst>
                <a:lin ang="1260000" scaled="0"/>
              </a:gradFill>
              <a:effectLst/>
              <a:latin typeface="宋体" charset="0"/>
              <a:ea typeface="宋体" charset="0"/>
              <a:cs typeface="汉仪秦川飞影W" panose="00020600040101010101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 rot="10800000" flipH="1" flipV="1">
            <a:off x="-333375" y="3217545"/>
            <a:ext cx="8160385" cy="2642870"/>
          </a:xfrm>
          <a:prstGeom prst="roundRect">
            <a:avLst>
              <a:gd name="adj" fmla="val 8057"/>
            </a:avLst>
          </a:prstGeom>
          <a:solidFill>
            <a:srgbClr val="B62F0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27" name="组合 126"/>
          <p:cNvGrpSpPr/>
          <p:nvPr/>
        </p:nvGrpSpPr>
        <p:grpSpPr>
          <a:xfrm>
            <a:off x="1071880" y="3608070"/>
            <a:ext cx="5845175" cy="1938020"/>
            <a:chOff x="1723" y="5112"/>
            <a:chExt cx="9205" cy="3052"/>
          </a:xfrm>
        </p:grpSpPr>
        <p:grpSp>
          <p:nvGrpSpPr>
            <p:cNvPr id="126" name="组合 125"/>
            <p:cNvGrpSpPr/>
            <p:nvPr/>
          </p:nvGrpSpPr>
          <p:grpSpPr>
            <a:xfrm>
              <a:off x="1723" y="5112"/>
              <a:ext cx="4663" cy="3053"/>
              <a:chOff x="1602" y="5112"/>
              <a:chExt cx="4663" cy="3053"/>
            </a:xfrm>
          </p:grpSpPr>
          <p:grpSp>
            <p:nvGrpSpPr>
              <p:cNvPr id="83" name="组合 82"/>
              <p:cNvGrpSpPr/>
              <p:nvPr/>
            </p:nvGrpSpPr>
            <p:grpSpPr>
              <a:xfrm rot="0">
                <a:off x="1657" y="5307"/>
                <a:ext cx="4609" cy="1361"/>
                <a:chOff x="1657" y="5127"/>
                <a:chExt cx="4609" cy="1361"/>
              </a:xfrm>
            </p:grpSpPr>
            <p:sp>
              <p:nvSpPr>
                <p:cNvPr id="84" name="椭圆 83"/>
                <p:cNvSpPr/>
                <p:nvPr/>
              </p:nvSpPr>
              <p:spPr>
                <a:xfrm>
                  <a:off x="1657" y="5127"/>
                  <a:ext cx="930" cy="930"/>
                </a:xfrm>
                <a:prstGeom prst="ellipse">
                  <a:avLst/>
                </a:prstGeom>
                <a:solidFill>
                  <a:srgbClr val="FEF5E7"/>
                </a:solidFill>
                <a:ln w="31750">
                  <a:solidFill>
                    <a:srgbClr val="B62F06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bg1"/>
                    </a:solidFill>
                    <a:latin typeface="宋体" charset="0"/>
                    <a:ea typeface="宋体" charset="0"/>
                    <a:cs typeface="宋体" charset="0"/>
                  </a:endParaRPr>
                </a:p>
              </p:txBody>
            </p:sp>
            <p:grpSp>
              <p:nvGrpSpPr>
                <p:cNvPr id="86" name="组合 85"/>
                <p:cNvGrpSpPr/>
                <p:nvPr/>
              </p:nvGrpSpPr>
              <p:grpSpPr>
                <a:xfrm rot="0">
                  <a:off x="2554" y="5306"/>
                  <a:ext cx="3712" cy="1182"/>
                  <a:chOff x="2110" y="6898"/>
                  <a:chExt cx="3712" cy="1182"/>
                </a:xfrm>
              </p:grpSpPr>
              <p:sp>
                <p:nvSpPr>
                  <p:cNvPr id="87" name="文本框 86"/>
                  <p:cNvSpPr txBox="1"/>
                  <p:nvPr>
                    <p:custDataLst>
                      <p:tags r:id="rId12"/>
                    </p:custDataLst>
                  </p:nvPr>
                </p:nvSpPr>
                <p:spPr>
                  <a:xfrm>
                    <a:off x="2110" y="6898"/>
                    <a:ext cx="3712" cy="11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>
                      <a:defRPr/>
                    </a:pPr>
                    <a:r>
                      <a:rPr lang="zh-CN" altLang="en-US" sz="2000" b="1" dirty="0">
                        <a:solidFill>
                          <a:srgbClr val="FEF5E7"/>
                        </a:solidFill>
                        <a:effectLst/>
                        <a:latin typeface="宋体" charset="0"/>
                        <a:ea typeface="宋体" charset="0"/>
                        <a:cs typeface="微软雅黑" charset="0"/>
                        <a:sym typeface="+mn-ea"/>
                      </a:rPr>
                      <a:t>背</a:t>
                    </a:r>
                    <a:r>
                      <a:rPr lang="zh-CN" altLang="en-US" sz="2000" b="1" dirty="0">
                        <a:solidFill>
                          <a:srgbClr val="FEF5E7"/>
                        </a:solidFill>
                        <a:effectLst/>
                        <a:latin typeface="宋体" charset="0"/>
                        <a:ea typeface="宋体" charset="0"/>
                        <a:cs typeface="微软雅黑" charset="0"/>
                        <a:sym typeface="+mn-ea"/>
                      </a:rPr>
                      <a:t>景与问题</a:t>
                    </a:r>
                    <a:endParaRPr lang="zh-CN" altLang="en-US" sz="2000" b="1" dirty="0">
                      <a:solidFill>
                        <a:srgbClr val="FEF5E7"/>
                      </a:solidFill>
                      <a:effectLst/>
                      <a:latin typeface="宋体" charset="0"/>
                      <a:ea typeface="宋体" charset="0"/>
                      <a:cs typeface="微软雅黑" charset="0"/>
                      <a:sym typeface="+mn-ea"/>
                    </a:endParaRPr>
                  </a:p>
                </p:txBody>
              </p:sp>
              <p:sp>
                <p:nvSpPr>
                  <p:cNvPr id="88" name="文本框 87"/>
                  <p:cNvSpPr txBox="1"/>
                  <p:nvPr>
                    <p:custDataLst>
                      <p:tags r:id="rId13"/>
                    </p:custDataLst>
                  </p:nvPr>
                </p:nvSpPr>
                <p:spPr>
                  <a:xfrm>
                    <a:off x="2143" y="7421"/>
                    <a:ext cx="3600" cy="4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Autofit/>
                  </a:bodyPr>
                  <a:p>
                    <a:r>
                      <a:rPr lang="zh-CN" altLang="en-US" sz="900" b="1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宋体" charset="0"/>
                        <a:ea typeface="宋体" charset="0"/>
                        <a:cs typeface="Arial" panose="020B0604020202090204" pitchFamily="34" charset="0"/>
                        <a:sym typeface="+mn-ea"/>
                      </a:rPr>
                      <a:t>时代背景，企业家原问题</a:t>
                    </a:r>
                    <a:endParaRPr lang="zh-CN" altLang="en-US" sz="900" b="1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宋体" charset="0"/>
                      <a:ea typeface="宋体" charset="0"/>
                      <a:cs typeface="Arial" panose="020B0604020202090204" pitchFamily="34" charset="0"/>
                      <a:sym typeface="+mn-ea"/>
                    </a:endParaRPr>
                  </a:p>
                  <a:p>
                    <a:r>
                      <a:rPr lang="zh-CN" altLang="en-US" sz="900" b="1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宋体" charset="0"/>
                        <a:ea typeface="宋体" charset="0"/>
                        <a:cs typeface="Arial" panose="020B0604020202090204" pitchFamily="34" charset="0"/>
                        <a:sym typeface="+mn-ea"/>
                      </a:rPr>
                      <a:t>现有方案，问题本质</a:t>
                    </a:r>
                    <a:endParaRPr kumimoji="0" lang="en-US" altLang="zh-CN" sz="9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宋体" charset="0"/>
                      <a:ea typeface="宋体" charset="0"/>
                      <a:cs typeface="思源黑体 CN Bold" panose="020B0800000000000000" pitchFamily="34" charset="-122"/>
                      <a:sym typeface="+mn-ea"/>
                    </a:endParaRPr>
                  </a:p>
                </p:txBody>
              </p:sp>
            </p:grpSp>
          </p:grpSp>
          <p:grpSp>
            <p:nvGrpSpPr>
              <p:cNvPr id="89" name="组合 88"/>
              <p:cNvGrpSpPr/>
              <p:nvPr/>
            </p:nvGrpSpPr>
            <p:grpSpPr>
              <a:xfrm rot="0">
                <a:off x="1657" y="6767"/>
                <a:ext cx="4602" cy="1372"/>
                <a:chOff x="1657" y="6659"/>
                <a:chExt cx="4602" cy="1372"/>
              </a:xfrm>
            </p:grpSpPr>
            <p:sp>
              <p:nvSpPr>
                <p:cNvPr id="90" name="椭圆 89"/>
                <p:cNvSpPr/>
                <p:nvPr/>
              </p:nvSpPr>
              <p:spPr>
                <a:xfrm>
                  <a:off x="1657" y="6659"/>
                  <a:ext cx="930" cy="930"/>
                </a:xfrm>
                <a:prstGeom prst="ellipse">
                  <a:avLst/>
                </a:prstGeom>
                <a:solidFill>
                  <a:srgbClr val="FEF5E7"/>
                </a:solidFill>
                <a:ln w="31750">
                  <a:solidFill>
                    <a:srgbClr val="B62F06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bg1"/>
                    </a:solidFill>
                    <a:latin typeface="宋体" charset="0"/>
                    <a:ea typeface="宋体" charset="0"/>
                    <a:cs typeface="宋体" charset="0"/>
                  </a:endParaRPr>
                </a:p>
              </p:txBody>
            </p:sp>
            <p:grpSp>
              <p:nvGrpSpPr>
                <p:cNvPr id="91" name="组合 90"/>
                <p:cNvGrpSpPr/>
                <p:nvPr/>
              </p:nvGrpSpPr>
              <p:grpSpPr>
                <a:xfrm rot="0">
                  <a:off x="2547" y="6849"/>
                  <a:ext cx="3712" cy="1182"/>
                  <a:chOff x="2110" y="6898"/>
                  <a:chExt cx="3712" cy="1182"/>
                </a:xfrm>
              </p:grpSpPr>
              <p:sp>
                <p:nvSpPr>
                  <p:cNvPr id="92" name="文本框 91"/>
                  <p:cNvSpPr txBox="1"/>
                  <p:nvPr>
                    <p:custDataLst>
                      <p:tags r:id="rId14"/>
                    </p:custDataLst>
                  </p:nvPr>
                </p:nvSpPr>
                <p:spPr>
                  <a:xfrm>
                    <a:off x="2110" y="6898"/>
                    <a:ext cx="3712" cy="11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>
                      <a:defRPr/>
                    </a:pPr>
                    <a:r>
                      <a:rPr lang="zh-CN" altLang="en-US" sz="2000" b="1" dirty="0">
                        <a:solidFill>
                          <a:srgbClr val="FEF5E7"/>
                        </a:solidFill>
                        <a:effectLst/>
                        <a:latin typeface="宋体" charset="0"/>
                        <a:ea typeface="宋体" charset="0"/>
                        <a:cs typeface="宋体" charset="0"/>
                        <a:sym typeface="+mn-ea"/>
                      </a:rPr>
                      <a:t>3秒首购计划</a:t>
                    </a:r>
                    <a:endParaRPr lang="zh-CN" altLang="en-US">
                      <a:latin typeface="宋体" charset="0"/>
                      <a:ea typeface="宋体" charset="0"/>
                      <a:cs typeface="宋体" charset="0"/>
                      <a:sym typeface="+mn-ea"/>
                    </a:endParaRPr>
                  </a:p>
                </p:txBody>
              </p:sp>
              <p:sp>
                <p:nvSpPr>
                  <p:cNvPr id="93" name="文本框 92"/>
                  <p:cNvSpPr txBox="1"/>
                  <p:nvPr>
                    <p:custDataLst>
                      <p:tags r:id="rId15"/>
                    </p:custDataLst>
                  </p:nvPr>
                </p:nvSpPr>
                <p:spPr>
                  <a:xfrm>
                    <a:off x="2126" y="7373"/>
                    <a:ext cx="3600" cy="4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Autofit/>
                  </a:bodyPr>
                  <a:p>
                    <a:r>
                      <a:rPr lang="zh-CN" altLang="en-US" sz="900" b="1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uLnTx/>
                        <a:uFillTx/>
                        <a:latin typeface="宋体" charset="0"/>
                        <a:ea typeface="宋体" charset="0"/>
                        <a:cs typeface="宋体" charset="0"/>
                      </a:rPr>
                      <a:t>货架尝鲜体验共创</a:t>
                    </a:r>
                    <a:endParaRPr lang="zh-CN" altLang="en-US" sz="900" b="1" noProof="0" dirty="0">
                      <a:ln>
                        <a:noFill/>
                      </a:ln>
                      <a:solidFill>
                        <a:schemeClr val="bg1"/>
                      </a:solidFill>
                      <a:uLnTx/>
                      <a:uFillTx/>
                      <a:latin typeface="宋体" charset="0"/>
                      <a:ea typeface="宋体" charset="0"/>
                      <a:cs typeface="宋体" charset="0"/>
                    </a:endParaRPr>
                  </a:p>
                  <a:p>
                    <a:r>
                      <a:rPr lang="zh-CN" altLang="en-US" sz="900" b="1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uLnTx/>
                        <a:uFillTx/>
                        <a:latin typeface="宋体" charset="0"/>
                        <a:ea typeface="宋体" charset="0"/>
                        <a:cs typeface="宋体" charset="0"/>
                      </a:rPr>
                      <a:t>总览&amp;分方案</a:t>
                    </a:r>
                    <a:endParaRPr lang="en-US" altLang="zh-CN" sz="900" b="1" noProof="0" dirty="0">
                      <a:ln>
                        <a:noFill/>
                      </a:ln>
                      <a:solidFill>
                        <a:schemeClr val="bg1"/>
                      </a:solidFill>
                      <a:uLnTx/>
                      <a:uFillTx/>
                      <a:latin typeface="宋体" charset="0"/>
                      <a:ea typeface="宋体" charset="0"/>
                      <a:cs typeface="宋体" charset="0"/>
                    </a:endParaRPr>
                  </a:p>
                </p:txBody>
              </p:sp>
            </p:grpSp>
          </p:grpSp>
          <p:sp>
            <p:nvSpPr>
              <p:cNvPr id="117" name="矩形 116" descr="7b0a20202020227461726765744d6f64756c65223a202270726f636573734f6e6c696e65466f6e7473220a7d0a"/>
              <p:cNvSpPr/>
              <p:nvPr>
                <p:custDataLst>
                  <p:tags r:id="rId16"/>
                </p:custDataLst>
              </p:nvPr>
            </p:nvSpPr>
            <p:spPr>
              <a:xfrm>
                <a:off x="1609" y="5112"/>
                <a:ext cx="1322" cy="1583"/>
              </a:xfrm>
              <a:prstGeom prst="rect">
                <a:avLst/>
              </a:prstGeom>
              <a:effectLst/>
            </p:spPr>
            <p:txBody>
              <a:bodyPr vert="horz" wrap="square">
                <a:noAutofit/>
              </a:bodyPr>
              <a:p>
                <a:pPr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800" dirty="0">
                    <a:ln w="15875">
                      <a:noFill/>
                    </a:ln>
                    <a:solidFill>
                      <a:srgbClr val="B62F06"/>
                    </a:solidFill>
                    <a:latin typeface="宋体" charset="0"/>
                    <a:ea typeface="宋体" charset="0"/>
                    <a:cs typeface="宋体" charset="0"/>
                    <a:sym typeface="+mn-ea"/>
                  </a:rPr>
                  <a:t>01.</a:t>
                </a:r>
                <a:endParaRPr lang="en-US" altLang="zh-CN" sz="2800" dirty="0">
                  <a:ln w="15875">
                    <a:noFill/>
                  </a:ln>
                  <a:solidFill>
                    <a:srgbClr val="B62F06"/>
                  </a:solidFill>
                  <a:latin typeface="宋体" charset="0"/>
                  <a:ea typeface="宋体" charset="0"/>
                  <a:cs typeface="宋体" charset="0"/>
                  <a:sym typeface="+mn-ea"/>
                </a:endParaRPr>
              </a:p>
            </p:txBody>
          </p:sp>
          <p:sp>
            <p:nvSpPr>
              <p:cNvPr id="118" name="矩形 117" descr="7b0a20202020227461726765744d6f64756c65223a202270726f636573734f6e6c696e65466f6e7473220a7d0a"/>
              <p:cNvSpPr/>
              <p:nvPr>
                <p:custDataLst>
                  <p:tags r:id="rId17"/>
                </p:custDataLst>
              </p:nvPr>
            </p:nvSpPr>
            <p:spPr>
              <a:xfrm>
                <a:off x="1602" y="6583"/>
                <a:ext cx="1322" cy="1583"/>
              </a:xfrm>
              <a:prstGeom prst="rect">
                <a:avLst/>
              </a:prstGeom>
              <a:effectLst/>
            </p:spPr>
            <p:txBody>
              <a:bodyPr vert="horz" wrap="square">
                <a:noAutofit/>
              </a:bodyPr>
              <a:p>
                <a:pPr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800" dirty="0">
                    <a:ln w="15875">
                      <a:noFill/>
                    </a:ln>
                    <a:solidFill>
                      <a:srgbClr val="B62F06"/>
                    </a:solidFill>
                    <a:latin typeface="宋体" charset="0"/>
                    <a:ea typeface="宋体" charset="0"/>
                    <a:cs typeface="宋体" charset="0"/>
                    <a:sym typeface="+mn-ea"/>
                  </a:rPr>
                  <a:t>03.</a:t>
                </a:r>
                <a:endParaRPr lang="en-US" altLang="zh-CN" sz="900" b="1" noProof="0" dirty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latin typeface="宋体" charset="0"/>
                  <a:ea typeface="宋体" charset="0"/>
                  <a:cs typeface="宋体" charset="0"/>
                  <a:sym typeface="+mn-ea"/>
                </a:endParaRPr>
              </a:p>
            </p:txBody>
          </p:sp>
        </p:grpSp>
        <p:grpSp>
          <p:nvGrpSpPr>
            <p:cNvPr id="125" name="组合 124"/>
            <p:cNvGrpSpPr/>
            <p:nvPr/>
          </p:nvGrpSpPr>
          <p:grpSpPr>
            <a:xfrm>
              <a:off x="6264" y="5112"/>
              <a:ext cx="4664" cy="3053"/>
              <a:chOff x="6586" y="5112"/>
              <a:chExt cx="4664" cy="3053"/>
            </a:xfrm>
          </p:grpSpPr>
          <p:grpSp>
            <p:nvGrpSpPr>
              <p:cNvPr id="95" name="组合 94"/>
              <p:cNvGrpSpPr/>
              <p:nvPr/>
            </p:nvGrpSpPr>
            <p:grpSpPr>
              <a:xfrm rot="0">
                <a:off x="6648" y="5307"/>
                <a:ext cx="4602" cy="1361"/>
                <a:chOff x="6648" y="5127"/>
                <a:chExt cx="4602" cy="1361"/>
              </a:xfrm>
            </p:grpSpPr>
            <p:sp>
              <p:nvSpPr>
                <p:cNvPr id="96" name="椭圆 95"/>
                <p:cNvSpPr/>
                <p:nvPr/>
              </p:nvSpPr>
              <p:spPr>
                <a:xfrm>
                  <a:off x="6648" y="5127"/>
                  <a:ext cx="930" cy="930"/>
                </a:xfrm>
                <a:prstGeom prst="ellipse">
                  <a:avLst/>
                </a:prstGeom>
                <a:solidFill>
                  <a:srgbClr val="FEF5E7"/>
                </a:solidFill>
                <a:ln w="31750">
                  <a:solidFill>
                    <a:srgbClr val="B62F06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bg1"/>
                    </a:solidFill>
                    <a:latin typeface="宋体" charset="0"/>
                    <a:ea typeface="宋体" charset="0"/>
                    <a:cs typeface="宋体" charset="0"/>
                  </a:endParaRPr>
                </a:p>
              </p:txBody>
            </p:sp>
            <p:grpSp>
              <p:nvGrpSpPr>
                <p:cNvPr id="97" name="组合 96"/>
                <p:cNvGrpSpPr/>
                <p:nvPr/>
              </p:nvGrpSpPr>
              <p:grpSpPr>
                <a:xfrm rot="0">
                  <a:off x="7538" y="5306"/>
                  <a:ext cx="3712" cy="1182"/>
                  <a:chOff x="2110" y="6898"/>
                  <a:chExt cx="3712" cy="1182"/>
                </a:xfrm>
              </p:grpSpPr>
              <p:sp>
                <p:nvSpPr>
                  <p:cNvPr id="98" name="文本框 97"/>
                  <p:cNvSpPr txBox="1"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2110" y="6898"/>
                    <a:ext cx="3712" cy="11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>
                      <a:defRPr/>
                    </a:pPr>
                    <a:r>
                      <a:rPr lang="zh-CN" altLang="en-US" sz="2000" b="1" dirty="0">
                        <a:solidFill>
                          <a:srgbClr val="FEF5E7"/>
                        </a:solidFill>
                        <a:effectLst/>
                        <a:latin typeface="宋体" charset="0"/>
                        <a:ea typeface="宋体" charset="0"/>
                        <a:cs typeface="微软雅黑" charset="0"/>
                        <a:sym typeface="+mn-ea"/>
                      </a:rPr>
                      <a:t>调研设计</a:t>
                    </a:r>
                    <a:endParaRPr lang="zh-CN" altLang="en-US" sz="2000" b="1" dirty="0">
                      <a:solidFill>
                        <a:srgbClr val="FEF5E7"/>
                      </a:solidFill>
                      <a:effectLst/>
                      <a:latin typeface="宋体" charset="0"/>
                      <a:ea typeface="宋体" charset="0"/>
                      <a:cs typeface="微软雅黑" charset="0"/>
                      <a:sym typeface="+mn-ea"/>
                    </a:endParaRPr>
                  </a:p>
                </p:txBody>
              </p:sp>
              <p:sp>
                <p:nvSpPr>
                  <p:cNvPr id="103" name="文本框 102"/>
                  <p:cNvSpPr txBox="1"/>
                  <p:nvPr>
                    <p:custDataLst>
                      <p:tags r:id="rId19"/>
                    </p:custDataLst>
                  </p:nvPr>
                </p:nvSpPr>
                <p:spPr>
                  <a:xfrm>
                    <a:off x="2126" y="7373"/>
                    <a:ext cx="3600" cy="4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Autofit/>
                  </a:bodyPr>
                  <a:p>
                    <a:r>
                      <a:rPr lang="en-US" altLang="zh-CN" sz="900" b="1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uLnTx/>
                        <a:uFillTx/>
                        <a:latin typeface="宋体" charset="0"/>
                        <a:ea typeface="宋体" charset="0"/>
                        <a:cs typeface="宋体" charset="0"/>
                      </a:rPr>
                      <a:t>价值链环节，利益相关者</a:t>
                    </a:r>
                    <a:endParaRPr lang="en-US" altLang="zh-CN" sz="900" b="1" noProof="0" dirty="0">
                      <a:ln>
                        <a:noFill/>
                      </a:ln>
                      <a:solidFill>
                        <a:schemeClr val="bg1"/>
                      </a:solidFill>
                      <a:uLnTx/>
                      <a:uFillTx/>
                      <a:latin typeface="宋体" charset="0"/>
                      <a:ea typeface="宋体" charset="0"/>
                      <a:cs typeface="宋体" charset="0"/>
                    </a:endParaRPr>
                  </a:p>
                  <a:p>
                    <a:r>
                      <a:rPr lang="zh-CN" altLang="en-US" sz="900" b="1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uLnTx/>
                        <a:uFillTx/>
                        <a:latin typeface="宋体" charset="0"/>
                        <a:ea typeface="宋体" charset="0"/>
                        <a:cs typeface="宋体" charset="0"/>
                      </a:rPr>
                      <a:t>面访&amp;观察&amp;人机对比</a:t>
                    </a:r>
                    <a:endParaRPr lang="en-US" altLang="zh-CN">
                      <a:latin typeface="宋体" charset="0"/>
                      <a:ea typeface="宋体" charset="0"/>
                      <a:cs typeface="宋体" charset="0"/>
                    </a:endParaRPr>
                  </a:p>
                </p:txBody>
              </p:sp>
            </p:grpSp>
          </p:grpSp>
          <p:grpSp>
            <p:nvGrpSpPr>
              <p:cNvPr id="105" name="组合 104"/>
              <p:cNvGrpSpPr/>
              <p:nvPr/>
            </p:nvGrpSpPr>
            <p:grpSpPr>
              <a:xfrm rot="0">
                <a:off x="6648" y="6767"/>
                <a:ext cx="4595" cy="1372"/>
                <a:chOff x="6648" y="6659"/>
                <a:chExt cx="4595" cy="1372"/>
              </a:xfrm>
            </p:grpSpPr>
            <p:sp>
              <p:nvSpPr>
                <p:cNvPr id="106" name="椭圆 105"/>
                <p:cNvSpPr/>
                <p:nvPr/>
              </p:nvSpPr>
              <p:spPr>
                <a:xfrm>
                  <a:off x="6648" y="6659"/>
                  <a:ext cx="930" cy="930"/>
                </a:xfrm>
                <a:prstGeom prst="ellipse">
                  <a:avLst/>
                </a:prstGeom>
                <a:solidFill>
                  <a:srgbClr val="FEF5E7"/>
                </a:solidFill>
                <a:ln w="31750">
                  <a:solidFill>
                    <a:srgbClr val="B62F06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bg1"/>
                    </a:solidFill>
                    <a:latin typeface="宋体" charset="0"/>
                    <a:ea typeface="宋体" charset="0"/>
                    <a:cs typeface="宋体" charset="0"/>
                  </a:endParaRPr>
                </a:p>
              </p:txBody>
            </p:sp>
            <p:grpSp>
              <p:nvGrpSpPr>
                <p:cNvPr id="113" name="组合 112"/>
                <p:cNvGrpSpPr/>
                <p:nvPr/>
              </p:nvGrpSpPr>
              <p:grpSpPr>
                <a:xfrm rot="0">
                  <a:off x="7531" y="6849"/>
                  <a:ext cx="3712" cy="1182"/>
                  <a:chOff x="2110" y="6898"/>
                  <a:chExt cx="3712" cy="1182"/>
                </a:xfrm>
              </p:grpSpPr>
              <p:sp>
                <p:nvSpPr>
                  <p:cNvPr id="114" name="文本框 113"/>
                  <p:cNvSpPr txBox="1"/>
                  <p:nvPr>
                    <p:custDataLst>
                      <p:tags r:id="rId20"/>
                    </p:custDataLst>
                  </p:nvPr>
                </p:nvSpPr>
                <p:spPr>
                  <a:xfrm>
                    <a:off x="2110" y="6898"/>
                    <a:ext cx="3712" cy="11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>
                      <a:defRPr/>
                    </a:pPr>
                    <a:r>
                      <a:rPr lang="zh-CN" altLang="en-US" sz="2000" b="1" dirty="0">
                        <a:solidFill>
                          <a:srgbClr val="FEF5E7"/>
                        </a:solidFill>
                        <a:effectLst/>
                        <a:latin typeface="宋体" charset="0"/>
                        <a:ea typeface="宋体" charset="0"/>
                        <a:cs typeface="微软雅黑" charset="0"/>
                        <a:sym typeface="+mn-ea"/>
                      </a:rPr>
                      <a:t>执行与总结</a:t>
                    </a:r>
                    <a:endParaRPr lang="zh-CN" altLang="en-US">
                      <a:latin typeface="宋体" charset="0"/>
                      <a:ea typeface="宋体" charset="0"/>
                      <a:cs typeface="微软雅黑" charset="0"/>
                      <a:sym typeface="+mn-ea"/>
                    </a:endParaRPr>
                  </a:p>
                </p:txBody>
              </p:sp>
              <p:sp>
                <p:nvSpPr>
                  <p:cNvPr id="115" name="文本框 114"/>
                  <p:cNvSpPr txBox="1"/>
                  <p:nvPr>
                    <p:custDataLst>
                      <p:tags r:id="rId21"/>
                    </p:custDataLst>
                  </p:nvPr>
                </p:nvSpPr>
                <p:spPr>
                  <a:xfrm>
                    <a:off x="2126" y="7373"/>
                    <a:ext cx="3600" cy="4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noAutofit/>
                  </a:bodyPr>
                  <a:p>
                    <a:r>
                      <a:rPr lang="zh-CN" altLang="en-US" sz="900" b="1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uLnTx/>
                        <a:uFillTx/>
                        <a:latin typeface="宋体" charset="0"/>
                        <a:ea typeface="宋体" charset="0"/>
                        <a:cs typeface="宋体" charset="0"/>
                      </a:rPr>
                      <a:t>分阶段路线，资源&amp;</a:t>
                    </a:r>
                    <a:r>
                      <a:rPr lang="en-US" altLang="zh-CN" sz="900" b="1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uLnTx/>
                        <a:uFillTx/>
                        <a:latin typeface="宋体" charset="0"/>
                        <a:ea typeface="宋体" charset="0"/>
                        <a:cs typeface="宋体" charset="0"/>
                      </a:rPr>
                      <a:t>KPI</a:t>
                    </a:r>
                    <a:endParaRPr lang="en-US" altLang="zh-CN" sz="900" b="1" noProof="0" dirty="0">
                      <a:ln>
                        <a:noFill/>
                      </a:ln>
                      <a:solidFill>
                        <a:schemeClr val="bg1"/>
                      </a:solidFill>
                      <a:uLnTx/>
                      <a:uFillTx/>
                      <a:latin typeface="宋体" charset="0"/>
                      <a:ea typeface="宋体" charset="0"/>
                      <a:cs typeface="宋体" charset="0"/>
                    </a:endParaRPr>
                  </a:p>
                  <a:p>
                    <a:r>
                      <a:rPr lang="zh-CN" altLang="en-US" sz="900" b="1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uLnTx/>
                        <a:uFillTx/>
                        <a:latin typeface="宋体" charset="0"/>
                        <a:ea typeface="宋体" charset="0"/>
                        <a:cs typeface="宋体" charset="0"/>
                      </a:rPr>
                      <a:t>回扣问题</a:t>
                    </a:r>
                    <a:endParaRPr lang="en-US" altLang="zh-CN" sz="900" b="1" noProof="0" dirty="0">
                      <a:ln>
                        <a:noFill/>
                      </a:ln>
                      <a:solidFill>
                        <a:schemeClr val="bg1"/>
                      </a:solidFill>
                      <a:uLnTx/>
                      <a:uFillTx/>
                      <a:latin typeface="宋体" charset="0"/>
                      <a:ea typeface="宋体" charset="0"/>
                      <a:cs typeface="宋体" charset="0"/>
                    </a:endParaRPr>
                  </a:p>
                </p:txBody>
              </p:sp>
            </p:grpSp>
          </p:grpSp>
          <p:sp>
            <p:nvSpPr>
              <p:cNvPr id="123" name="矩形 122" descr="7b0a20202020227461726765744d6f64756c65223a202270726f636573734f6e6c696e65466f6e7473220a7d0a"/>
              <p:cNvSpPr/>
              <p:nvPr>
                <p:custDataLst>
                  <p:tags r:id="rId22"/>
                </p:custDataLst>
              </p:nvPr>
            </p:nvSpPr>
            <p:spPr>
              <a:xfrm>
                <a:off x="6593" y="5112"/>
                <a:ext cx="1322" cy="1583"/>
              </a:xfrm>
              <a:prstGeom prst="rect">
                <a:avLst/>
              </a:prstGeom>
              <a:effectLst/>
            </p:spPr>
            <p:txBody>
              <a:bodyPr vert="horz" wrap="square">
                <a:noAutofit/>
              </a:bodyPr>
              <a:p>
                <a:pPr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800" dirty="0">
                    <a:ln w="15875">
                      <a:noFill/>
                    </a:ln>
                    <a:solidFill>
                      <a:srgbClr val="B62F06"/>
                    </a:solidFill>
                    <a:latin typeface="宋体" charset="0"/>
                    <a:ea typeface="宋体" charset="0"/>
                    <a:cs typeface="宋体" charset="0"/>
                    <a:sym typeface="+mn-ea"/>
                  </a:rPr>
                  <a:t>02.</a:t>
                </a:r>
                <a:endParaRPr lang="en-US" altLang="zh-CN" sz="2800" dirty="0">
                  <a:ln w="15875">
                    <a:noFill/>
                  </a:ln>
                  <a:solidFill>
                    <a:srgbClr val="B62F06"/>
                  </a:solidFill>
                  <a:latin typeface="宋体" charset="0"/>
                  <a:ea typeface="宋体" charset="0"/>
                  <a:cs typeface="宋体" charset="0"/>
                  <a:sym typeface="+mn-ea"/>
                </a:endParaRPr>
              </a:p>
            </p:txBody>
          </p:sp>
          <p:sp>
            <p:nvSpPr>
              <p:cNvPr id="124" name="矩形 123" descr="7b0a20202020227461726765744d6f64756c65223a202270726f636573734f6e6c696e65466f6e7473220a7d0a"/>
              <p:cNvSpPr/>
              <p:nvPr>
                <p:custDataLst>
                  <p:tags r:id="rId23"/>
                </p:custDataLst>
              </p:nvPr>
            </p:nvSpPr>
            <p:spPr>
              <a:xfrm>
                <a:off x="6586" y="6583"/>
                <a:ext cx="1322" cy="1583"/>
              </a:xfrm>
              <a:prstGeom prst="rect">
                <a:avLst/>
              </a:prstGeom>
              <a:effectLst/>
            </p:spPr>
            <p:txBody>
              <a:bodyPr vert="horz" wrap="square">
                <a:noAutofit/>
              </a:bodyPr>
              <a:p>
                <a:pPr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800" dirty="0">
                    <a:ln w="15875">
                      <a:noFill/>
                    </a:ln>
                    <a:solidFill>
                      <a:srgbClr val="B62F06"/>
                    </a:solidFill>
                    <a:latin typeface="宋体" charset="0"/>
                    <a:ea typeface="宋体" charset="0"/>
                    <a:cs typeface="宋体" charset="0"/>
                    <a:sym typeface="+mn-ea"/>
                  </a:rPr>
                  <a:t>04.</a:t>
                </a:r>
                <a:endParaRPr lang="en-US" altLang="zh-CN" sz="2800" dirty="0">
                  <a:ln w="15875">
                    <a:noFill/>
                  </a:ln>
                  <a:solidFill>
                    <a:srgbClr val="B62F06"/>
                  </a:solidFill>
                  <a:latin typeface="宋体" charset="0"/>
                  <a:ea typeface="宋体" charset="0"/>
                  <a:cs typeface="宋体" charset="0"/>
                  <a:sym typeface="+mn-ea"/>
                </a:endParaRPr>
              </a:p>
            </p:txBody>
          </p:sp>
        </p:grpSp>
      </p:grpSp>
      <p:pic>
        <p:nvPicPr>
          <p:cNvPr id="4" name="图片 3" descr="图层 2 拷贝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72960" y="4177665"/>
            <a:ext cx="3375660" cy="2069465"/>
          </a:xfrm>
          <a:prstGeom prst="rect">
            <a:avLst/>
          </a:prstGeom>
        </p:spPr>
      </p:pic>
      <p:sp>
        <p:nvSpPr>
          <p:cNvPr id="8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<p:cNvSpPr/>
          <p:nvPr>
            <p:custDataLst>
              <p:tags r:id="rId25"/>
            </p:custDataLst>
          </p:nvPr>
        </p:nvSpPr>
        <p:spPr>
          <a:xfrm>
            <a:off x="1076285" y="6247177"/>
            <a:ext cx="4150360" cy="40195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di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n w="0">
                  <a:noFill/>
                </a:ln>
                <a:solidFill>
                  <a:srgbClr val="FEF5E7"/>
                </a:solidFill>
                <a:effectLst/>
                <a:latin typeface="江西拙楷" panose="02010600040101010101" charset="-122"/>
                <a:ea typeface="江西拙楷" panose="02010600040101010101" charset="-122"/>
                <a:cs typeface="汉仪秦川飞影W" panose="00020600040101010101" charset="-122"/>
                <a:sym typeface="+mn-ea"/>
              </a:rPr>
              <a:t>时光沉淀的甜，是红枣写给岁月的诗</a:t>
            </a:r>
            <a:endParaRPr lang="zh-CN" altLang="en-US" sz="1400">
              <a:ln w="0">
                <a:noFill/>
              </a:ln>
              <a:solidFill>
                <a:srgbClr val="FEF5E7"/>
              </a:solidFill>
              <a:effectLst/>
              <a:latin typeface="江西拙楷" panose="02010600040101010101" charset="-122"/>
              <a:ea typeface="江西拙楷" panose="02010600040101010101" charset="-122"/>
              <a:cs typeface="汉仪秦川飞影W" panose="00020600040101010101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333375" y="2157651"/>
            <a:ext cx="7315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2000" b="1" dirty="0">
                <a:solidFill>
                  <a:srgbClr val="FEF5E7"/>
                </a:solidFill>
                <a:effectLst/>
                <a:latin typeface="宋体" charset="0"/>
                <a:ea typeface="宋体" charset="0"/>
                <a:cs typeface="宋体" charset="0"/>
              </a:rPr>
              <a:t>提出问题·分析问题·解决问题</a:t>
            </a:r>
            <a:endParaRPr lang="zh-CN" altLang="en-US" sz="2000" b="1" dirty="0">
              <a:solidFill>
                <a:srgbClr val="FEF5E7"/>
              </a:solidFill>
              <a:effectLst/>
              <a:latin typeface="宋体" charset="0"/>
              <a:ea typeface="宋体" charset="0"/>
              <a:cs typeface="宋体" charset="0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红枣封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8000"/>
          </a:xfrm>
          <a:prstGeom prst="rect">
            <a:avLst/>
          </a:prstGeom>
        </p:spPr>
      </p:pic>
      <p:grpSp>
        <p:nvGrpSpPr>
          <p:cNvPr id="39" name="组合 38"/>
          <p:cNvGrpSpPr/>
          <p:nvPr/>
        </p:nvGrpSpPr>
        <p:grpSpPr>
          <a:xfrm>
            <a:off x="8659495" y="7040880"/>
            <a:ext cx="1623060" cy="619760"/>
            <a:chOff x="12251" y="11088"/>
            <a:chExt cx="2556" cy="976"/>
          </a:xfrm>
        </p:grpSpPr>
        <p:sp>
          <p:nvSpPr>
            <p:cNvPr id="40" name="圆角矩形 39"/>
            <p:cNvSpPr/>
            <p:nvPr/>
          </p:nvSpPr>
          <p:spPr>
            <a:xfrm>
              <a:off x="12251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B62F0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C10528"/>
                </a:solidFill>
              </a:endParaRP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12907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7E0D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13563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FD27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14219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EF5E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8" name="圆角矩形 57"/>
          <p:cNvSpPr/>
          <p:nvPr>
            <p:custDataLst>
              <p:tags r:id="rId2"/>
            </p:custDataLst>
          </p:nvPr>
        </p:nvSpPr>
        <p:spPr>
          <a:xfrm rot="10800000" flipH="1" flipV="1">
            <a:off x="889635" y="7889240"/>
            <a:ext cx="10420985" cy="76200"/>
          </a:xfrm>
          <a:prstGeom prst="roundRect">
            <a:avLst>
              <a:gd name="adj" fmla="val 0"/>
            </a:avLst>
          </a:prstGeom>
          <a:solidFill>
            <a:srgbClr val="F1AF9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>
            <p:custDataLst>
              <p:tags r:id="rId3"/>
            </p:custDataLst>
          </p:nvPr>
        </p:nvSpPr>
        <p:spPr>
          <a:xfrm>
            <a:off x="372745" y="273050"/>
            <a:ext cx="2261235" cy="4737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EF5E7"/>
                </a:solidFill>
                <a:effectLst/>
                <a:uLnTx/>
                <a:uFillTx/>
                <a:latin typeface="獅尾XD珍珠SC-Medium" panose="020B0500000000000000" charset="-120"/>
                <a:ea typeface="獅尾XD珍珠SC-Medium" panose="020B0500000000000000" charset="-120"/>
                <a:cs typeface="思源黑体 CN Bold" panose="020B0800000000000000" pitchFamily="34" charset="-122"/>
              </a:rPr>
              <a:t>YOUR LOGO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EF5E7"/>
              </a:solidFill>
              <a:effectLst/>
              <a:uLnTx/>
              <a:uFillTx/>
              <a:latin typeface="獅尾XD珍珠SC-Medium" panose="020B0500000000000000" charset="-120"/>
              <a:ea typeface="獅尾XD珍珠SC-Medium" panose="020B0500000000000000" charset="-120"/>
              <a:cs typeface="思源黑体 CN Bold" panose="020B0800000000000000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9787890" y="6247130"/>
            <a:ext cx="1959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defRPr/>
            </a:pPr>
            <a:r>
              <a:rPr lang="en-US" altLang="zh-CN" sz="1400" dirty="0">
                <a:solidFill>
                  <a:srgbClr val="FEF5E7"/>
                </a:solidFill>
                <a:latin typeface="獅尾XD珍珠SC-Medium" panose="020B0500000000000000" charset="-120"/>
                <a:ea typeface="獅尾XD珍珠SC-Medium" panose="020B0500000000000000" charset="-120"/>
                <a:cs typeface="思源黑体 CN Bold" panose="020B0800000000000000" pitchFamily="34" charset="-122"/>
              </a:rPr>
              <a:t>www.docer.com</a:t>
            </a:r>
            <a:endParaRPr lang="en-US" altLang="zh-CN" sz="1400" dirty="0">
              <a:solidFill>
                <a:srgbClr val="FEF5E7"/>
              </a:solidFill>
              <a:latin typeface="獅尾XD珍珠SC-Medium" panose="020B0500000000000000" charset="-120"/>
              <a:ea typeface="獅尾XD珍珠SC-Medium" panose="020B0500000000000000" charset="-120"/>
              <a:cs typeface="思源黑体 CN Bold" panose="020B0800000000000000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10721975" y="273050"/>
            <a:ext cx="1025525" cy="98488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r"/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FEF5E7"/>
                </a:solidFill>
                <a:effectLst/>
                <a:uLnTx/>
                <a:uFillTx/>
                <a:latin typeface="獅尾XD珍珠SC-Medium" panose="020B0500000000000000" charset="-120"/>
                <a:ea typeface="獅尾XD珍珠SC-Medium" panose="020B0500000000000000" charset="-120"/>
                <a:cs typeface="思源黑体 CN Bold" panose="020B0800000000000000" pitchFamily="34" charset="-122"/>
              </a:rPr>
              <a:t>Red dates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FEF5E7"/>
              </a:solidFill>
              <a:effectLst/>
              <a:uLnTx/>
              <a:uFillTx/>
              <a:latin typeface="獅尾XD珍珠SC-Medium" panose="020B0500000000000000" charset="-120"/>
              <a:ea typeface="獅尾XD珍珠SC-Medium" panose="020B0500000000000000" charset="-120"/>
              <a:cs typeface="思源黑体 CN Bold" panose="020B0800000000000000" pitchFamily="34" charset="-122"/>
            </a:endParaRPr>
          </a:p>
        </p:txBody>
      </p:sp>
      <p:sp>
        <p:nvSpPr>
          <p:cNvPr id="10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<p:cNvSpPr/>
          <p:nvPr>
            <p:custDataLst>
              <p:tags r:id="rId6"/>
            </p:custDataLst>
          </p:nvPr>
        </p:nvSpPr>
        <p:spPr>
          <a:xfrm>
            <a:off x="7386955" y="303530"/>
            <a:ext cx="3161665" cy="40195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di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n w="0">
                  <a:noFill/>
                </a:ln>
                <a:solidFill>
                  <a:srgbClr val="FEF5E7"/>
                </a:solidFill>
                <a:effectLst/>
                <a:latin typeface="獅尾XD珍珠SC-Medium" panose="020B0500000000000000" charset="-120"/>
                <a:ea typeface="獅尾XD珍珠SC-Medium" panose="020B0500000000000000" charset="-120"/>
                <a:cs typeface="獅尾XD珍珠SC-Medium" panose="020B0500000000000000" charset="-120"/>
              </a:rPr>
              <a:t>红在枝头</a:t>
            </a:r>
            <a:r>
              <a:rPr lang="en-US" altLang="zh-CN" sz="1200">
                <a:ln w="0">
                  <a:noFill/>
                </a:ln>
                <a:solidFill>
                  <a:srgbClr val="FEF5E7"/>
                </a:solidFill>
                <a:effectLst/>
                <a:latin typeface="獅尾XD珍珠SC-Medium" panose="020B0500000000000000" charset="-120"/>
                <a:ea typeface="獅尾XD珍珠SC-Medium" panose="020B0500000000000000" charset="-120"/>
                <a:cs typeface="獅尾XD珍珠SC-Medium" panose="020B0500000000000000" charset="-120"/>
              </a:rPr>
              <a:t>·</a:t>
            </a:r>
            <a:r>
              <a:rPr lang="zh-CN" altLang="en-US" sz="1200">
                <a:ln w="0">
                  <a:noFill/>
                </a:ln>
                <a:solidFill>
                  <a:srgbClr val="FEF5E7"/>
                </a:solidFill>
                <a:effectLst/>
                <a:latin typeface="獅尾XD珍珠SC-Medium" panose="020B0500000000000000" charset="-120"/>
                <a:ea typeface="獅尾XD珍珠SC-Medium" panose="020B0500000000000000" charset="-120"/>
                <a:cs typeface="獅尾XD珍珠SC-Medium" panose="020B0500000000000000" charset="-120"/>
              </a:rPr>
              <a:t>甜在心头</a:t>
            </a:r>
            <a:endParaRPr lang="zh-CN" altLang="en-US" sz="1200">
              <a:ln w="0">
                <a:noFill/>
              </a:ln>
              <a:solidFill>
                <a:srgbClr val="FEF5E7"/>
              </a:solidFill>
              <a:effectLst/>
              <a:latin typeface="獅尾XD珍珠SC-Medium" panose="020B0500000000000000" charset="-120"/>
              <a:ea typeface="獅尾XD珍珠SC-Medium" panose="020B0500000000000000" charset="-120"/>
              <a:cs typeface="獅尾XD珍珠SC-Medium" panose="020B0500000000000000" charset="-120"/>
            </a:endParaRPr>
          </a:p>
        </p:txBody>
      </p:sp>
      <p:sp>
        <p:nvSpPr>
          <p:cNvPr id="34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<p:cNvSpPr/>
          <p:nvPr>
            <p:custDataLst>
              <p:tags r:id="rId7"/>
            </p:custDataLst>
          </p:nvPr>
        </p:nvSpPr>
        <p:spPr>
          <a:xfrm>
            <a:off x="1087755" y="6283960"/>
            <a:ext cx="4150360" cy="40195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dist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n w="0">
                  <a:noFill/>
                </a:ln>
                <a:solidFill>
                  <a:srgbClr val="FEF5E7"/>
                </a:solidFill>
                <a:effectLst/>
                <a:latin typeface="江西拙楷" panose="02010600040101010101" charset="-122"/>
                <a:ea typeface="江西拙楷" panose="02010600040101010101" charset="-122"/>
                <a:cs typeface="汉仪秦川飞影W" panose="00020600040101010101" charset="-122"/>
                <a:sym typeface="+mn-ea"/>
              </a:rPr>
              <a:t>时光沉淀的甜，是红枣写给岁月的诗</a:t>
            </a:r>
            <a:endParaRPr lang="zh-CN" altLang="en-US" sz="1400">
              <a:ln w="0">
                <a:noFill/>
              </a:ln>
              <a:solidFill>
                <a:srgbClr val="FEF5E7"/>
              </a:solidFill>
              <a:effectLst/>
              <a:latin typeface="江西拙楷" panose="02010600040101010101" charset="-122"/>
              <a:ea typeface="江西拙楷" panose="02010600040101010101" charset="-122"/>
              <a:cs typeface="汉仪秦川飞影W" panose="00020600040101010101" charset="-122"/>
              <a:sym typeface="+mn-ea"/>
            </a:endParaRPr>
          </a:p>
        </p:txBody>
      </p:sp>
      <p:sp>
        <p:nvSpPr>
          <p:cNvPr id="14" name="圆角矩形 13"/>
          <p:cNvSpPr/>
          <p:nvPr>
            <p:custDataLst>
              <p:tags r:id="rId8"/>
            </p:custDataLst>
          </p:nvPr>
        </p:nvSpPr>
        <p:spPr>
          <a:xfrm rot="10800000" flipH="1" flipV="1">
            <a:off x="-333375" y="2854960"/>
            <a:ext cx="8160385" cy="3136900"/>
          </a:xfrm>
          <a:prstGeom prst="roundRect">
            <a:avLst>
              <a:gd name="adj" fmla="val 8057"/>
            </a:avLst>
          </a:prstGeom>
          <a:solidFill>
            <a:srgbClr val="B62F0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图层 2 拷贝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2960" y="4177665"/>
            <a:ext cx="3375660" cy="206946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10"/>
            </p:custDataLst>
          </p:nvPr>
        </p:nvSpPr>
        <p:spPr>
          <a:xfrm>
            <a:off x="1014095" y="5086350"/>
            <a:ext cx="5686425" cy="1085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defRPr/>
            </a:pPr>
            <a:r>
              <a:rPr lang="zh-CN" altLang="en-US" sz="1000" dirty="0">
                <a:solidFill>
                  <a:schemeClr val="bg1"/>
                </a:solidFill>
                <a:latin typeface="獅尾XD珍珠SC-Medium" charset="0"/>
                <a:ea typeface="獅尾XD珍珠SC-Medium" charset="0"/>
                <a:cs typeface="思源黑体 CN Bold" charset="0"/>
              </a:rPr>
              <a:t>2</a:t>
            </a:r>
            <a:r>
              <a:rPr lang="en-US" altLang="zh-CN" sz="1000" dirty="0">
                <a:solidFill>
                  <a:schemeClr val="bg1"/>
                </a:solidFill>
                <a:latin typeface="獅尾XD珍珠SC-Medium" charset="0"/>
                <a:ea typeface="獅尾XD珍珠SC-Medium" charset="0"/>
                <a:cs typeface="思源黑体 CN Bold" charset="0"/>
              </a:rPr>
              <a:t>4901073</a:t>
            </a:r>
            <a:r>
              <a:rPr lang="zh-CN" altLang="en-US" sz="1000" dirty="0">
                <a:solidFill>
                  <a:schemeClr val="bg1"/>
                </a:solidFill>
                <a:latin typeface="獅尾XD珍珠SC-Medium" charset="0"/>
                <a:ea typeface="獅尾XD珍珠SC-Medium" charset="0"/>
                <a:cs typeface="思源黑体 CN Bold" charset="0"/>
              </a:rPr>
              <a:t>张紫祺</a:t>
            </a:r>
            <a:endParaRPr lang="zh-CN" altLang="en-US">
              <a:latin typeface="獅尾XD珍珠SC-Medium" panose="020B0500000000000000" charset="-120"/>
              <a:ea typeface="獅尾XD珍珠SC-Medium" panose="020B0500000000000000" charset="-120"/>
              <a:cs typeface="思源黑体 CN Bold" panose="020B0800000000000000" pitchFamily="34" charset="-122"/>
            </a:endParaRPr>
          </a:p>
        </p:txBody>
      </p:sp>
      <p:sp>
        <p:nvSpPr>
          <p:cNvPr id="2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<p:cNvSpPr/>
          <p:nvPr>
            <p:custDataLst>
              <p:tags r:id="rId11"/>
            </p:custDataLst>
          </p:nvPr>
        </p:nvSpPr>
        <p:spPr>
          <a:xfrm>
            <a:off x="983615" y="3556000"/>
            <a:ext cx="6566535" cy="81724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l" fontAlgn="base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6600" b="1">
                <a:ln w="0">
                  <a:noFill/>
                </a:ln>
                <a:solidFill>
                  <a:srgbClr val="FEF5E7"/>
                </a:solidFill>
                <a:effectLst/>
                <a:latin typeface="宋体" charset="0"/>
                <a:ea typeface="宋体" charset="0"/>
                <a:cs typeface="微软雅黑" charset="0"/>
              </a:rPr>
              <a:t>背景与问题</a:t>
            </a:r>
            <a:endParaRPr lang="zh-CN" altLang="en-US">
              <a:latin typeface="宋体" charset="0"/>
              <a:ea typeface="宋体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2"/>
            </p:custDataLst>
          </p:nvPr>
        </p:nvSpPr>
        <p:spPr>
          <a:xfrm>
            <a:off x="1014095" y="4311015"/>
            <a:ext cx="5245100" cy="47815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EF5E7">
                    <a:alpha val="34000"/>
                  </a:srgbClr>
                </a:solidFill>
                <a:effectLst/>
                <a:uLnTx/>
                <a:uFillTx/>
                <a:latin typeface="獅尾XD珍珠SC-Medium" panose="020B0500000000000000" charset="-120"/>
                <a:ea typeface="獅尾XD珍珠SC-Medium" panose="020B0500000000000000" charset="-120"/>
                <a:cs typeface="思源黑体 CN Bold" panose="020B0800000000000000" pitchFamily="34" charset="-122"/>
              </a:rPr>
              <a:t>Background and Problem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FEF5E7">
                  <a:alpha val="34000"/>
                </a:srgbClr>
              </a:solidFill>
              <a:effectLst/>
              <a:uLnTx/>
              <a:uFillTx/>
              <a:latin typeface="獅尾XD珍珠SC-Medium" panose="020B0500000000000000" charset="-120"/>
              <a:ea typeface="獅尾XD珍珠SC-Medium" panose="020B0500000000000000" charset="-120"/>
              <a:cs typeface="思源黑体 CN Bold" panose="020B0800000000000000" pitchFamily="34" charset="-122"/>
            </a:endParaRPr>
          </a:p>
        </p:txBody>
      </p:sp>
      <p:sp>
        <p:nvSpPr>
          <p:cNvPr id="11" name="矩形 10" descr="7b0a20202020227461726765744d6f64756c65223a202270726f636573734f6e6c696e65466f6e7473220a7d0a"/>
          <p:cNvSpPr/>
          <p:nvPr>
            <p:custDataLst>
              <p:tags r:id="rId13"/>
            </p:custDataLst>
          </p:nvPr>
        </p:nvSpPr>
        <p:spPr>
          <a:xfrm>
            <a:off x="1035050" y="638810"/>
            <a:ext cx="2546350" cy="2134870"/>
          </a:xfrm>
          <a:prstGeom prst="rect">
            <a:avLst/>
          </a:prstGeom>
          <a:ln>
            <a:noFill/>
          </a:ln>
          <a:effectLst/>
        </p:spPr>
        <p:txBody>
          <a:bodyPr vert="horz" wrap="square">
            <a:no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800" b="1" dirty="0">
                <a:ln w="19050">
                  <a:gradFill>
                    <a:gsLst>
                      <a:gs pos="25000">
                        <a:srgbClr val="F7E0DA">
                          <a:alpha val="71000"/>
                        </a:srgbClr>
                      </a:gs>
                      <a:gs pos="71000">
                        <a:srgbClr val="B62F06">
                          <a:alpha val="83000"/>
                        </a:srgbClr>
                      </a:gs>
                    </a:gsLst>
                    <a:lin ang="14640000" scaled="1"/>
                  </a:gradFill>
                </a:ln>
                <a:noFill/>
                <a:latin typeface="獅尾XD珍珠SC-Medium" panose="020B0500000000000000" charset="-120"/>
                <a:ea typeface="獅尾XD珍珠SC-Medium" panose="020B0500000000000000" charset="-120"/>
                <a:cs typeface="Brush Script Std" panose="03060802040607070404" charset="0"/>
                <a:sym typeface="+mn-ea"/>
              </a:rPr>
              <a:t>PART</a:t>
            </a:r>
            <a:endParaRPr lang="en-US" altLang="zh-CN" sz="4800" b="1" dirty="0">
              <a:ln w="19050">
                <a:gradFill>
                  <a:gsLst>
                    <a:gs pos="25000">
                      <a:srgbClr val="F7E0DA">
                        <a:alpha val="71000"/>
                      </a:srgbClr>
                    </a:gs>
                    <a:gs pos="71000">
                      <a:srgbClr val="B62F06">
                        <a:alpha val="83000"/>
                      </a:srgbClr>
                    </a:gs>
                  </a:gsLst>
                  <a:lin ang="14640000" scaled="1"/>
                </a:gradFill>
              </a:ln>
              <a:noFill/>
              <a:latin typeface="獅尾XD珍珠SC-Medium" panose="020B0500000000000000" charset="-120"/>
              <a:ea typeface="獅尾XD珍珠SC-Medium" panose="020B0500000000000000" charset="-120"/>
              <a:cs typeface="Brush Script Std" panose="03060802040607070404" charset="0"/>
              <a:sym typeface="+mn-ea"/>
            </a:endParaRPr>
          </a:p>
        </p:txBody>
      </p:sp>
      <p:sp>
        <p:nvSpPr>
          <p:cNvPr id="59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<p:cNvSpPr/>
          <p:nvPr>
            <p:custDataLst>
              <p:tags r:id="rId14"/>
            </p:custDataLst>
          </p:nvPr>
        </p:nvSpPr>
        <p:spPr>
          <a:xfrm>
            <a:off x="983615" y="1591310"/>
            <a:ext cx="3455670" cy="127190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l" fontAlgn="base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800" b="1">
                <a:ln w="0">
                  <a:noFill/>
                </a:ln>
                <a:gradFill>
                  <a:gsLst>
                    <a:gs pos="18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bg1"/>
                    </a:gs>
                    <a:gs pos="100000">
                      <a:srgbClr val="B62F06"/>
                    </a:gs>
                    <a:gs pos="38000">
                      <a:srgbClr val="B62F06"/>
                    </a:gs>
                  </a:gsLst>
                  <a:lin ang="1260000" scaled="0"/>
                </a:gradFill>
                <a:effectLst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01</a:t>
            </a:r>
            <a:endParaRPr lang="en-US" altLang="zh-CN" sz="8800" b="1" dirty="0">
              <a:ln w="28575">
                <a:gradFill>
                  <a:gsLst>
                    <a:gs pos="100000">
                      <a:schemeClr val="bg1"/>
                    </a:gs>
                    <a:gs pos="36000">
                      <a:schemeClr val="accent1">
                        <a:lumMod val="5000"/>
                        <a:lumOff val="95000"/>
                      </a:schemeClr>
                    </a:gs>
                    <a:gs pos="80000">
                      <a:srgbClr val="B62F06"/>
                    </a:gs>
                  </a:gsLst>
                  <a:lin ang="0" scaled="1"/>
                </a:gradFill>
              </a:ln>
              <a:noFill/>
              <a:effectLst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</p:txBody>
      </p:sp>
      <p:pic>
        <p:nvPicPr>
          <p:cNvPr id="7" name="图片 6" descr="红枣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132080" y="5565140"/>
            <a:ext cx="1515745" cy="1515745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37320" b="-3732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圆角矩形 51"/>
          <p:cNvSpPr/>
          <p:nvPr>
            <p:custDataLst>
              <p:tags r:id="rId2"/>
            </p:custDataLst>
          </p:nvPr>
        </p:nvSpPr>
        <p:spPr>
          <a:xfrm rot="10800000" flipH="1" flipV="1">
            <a:off x="889318" y="7541260"/>
            <a:ext cx="10420985" cy="234315"/>
          </a:xfrm>
          <a:prstGeom prst="roundRect">
            <a:avLst>
              <a:gd name="adj" fmla="val 0"/>
            </a:avLst>
          </a:prstGeom>
          <a:solidFill>
            <a:srgbClr val="F1AF9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>
            <p:custDataLst>
              <p:tags r:id="rId3"/>
            </p:custDataLst>
          </p:nvPr>
        </p:nvSpPr>
        <p:spPr>
          <a:xfrm rot="16200000" flipH="1" flipV="1">
            <a:off x="10276840" y="3829685"/>
            <a:ext cx="4367530" cy="234315"/>
          </a:xfrm>
          <a:prstGeom prst="roundRect">
            <a:avLst>
              <a:gd name="adj" fmla="val 0"/>
            </a:avLst>
          </a:prstGeom>
          <a:solidFill>
            <a:srgbClr val="F1AF9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8" name="直接连接符 107"/>
          <p:cNvCxnSpPr/>
          <p:nvPr/>
        </p:nvCxnSpPr>
        <p:spPr>
          <a:xfrm>
            <a:off x="3900170" y="713105"/>
            <a:ext cx="0" cy="0"/>
          </a:xfrm>
          <a:prstGeom prst="line">
            <a:avLst/>
          </a:prstGeom>
          <a:ln w="19050" cap="rnd">
            <a:solidFill>
              <a:srgbClr val="FDFBEC">
                <a:alpha val="30000"/>
              </a:srgb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 rot="0">
            <a:off x="352489" y="139097"/>
            <a:ext cx="5880100" cy="1014730"/>
            <a:chOff x="8114" y="6227"/>
            <a:chExt cx="9260" cy="1598"/>
          </a:xfrm>
        </p:grpSpPr>
        <p:sp>
          <p:nvSpPr>
            <p:cNvPr id="48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  <p:cNvSpPr/>
            <p:nvPr>
              <p:custDataLst>
                <p:tags r:id="rId4"/>
              </p:custDataLst>
            </p:nvPr>
          </p:nvSpPr>
          <p:spPr>
            <a:xfrm>
              <a:off x="8114" y="6227"/>
              <a:ext cx="9260" cy="110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p>
              <a:pPr indent="0" algn="l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>
                  <a:ln w="0">
                    <a:noFill/>
                  </a:ln>
                  <a:solidFill>
                    <a:srgbClr val="B62F06"/>
                  </a:solidFill>
                  <a:effectLst/>
                  <a:latin typeface="宋体" charset="0"/>
                  <a:ea typeface="宋体" charset="0"/>
                  <a:cs typeface="微软雅黑" charset="0"/>
                  <a:sym typeface="+mn-ea"/>
                </a:rPr>
                <a:t>渠道，人群，技术同时改变</a:t>
              </a:r>
              <a:endParaRPr lang="zh-CN" altLang="en-US" sz="3600" b="1">
                <a:ln w="0">
                  <a:noFill/>
                </a:ln>
                <a:solidFill>
                  <a:srgbClr val="B62F06"/>
                </a:solidFill>
                <a:effectLst/>
                <a:latin typeface="宋体" charset="0"/>
                <a:ea typeface="宋体" charset="0"/>
                <a:cs typeface="微软雅黑" charset="0"/>
                <a:sym typeface="+mn-ea"/>
              </a:endParaRPr>
            </a:p>
          </p:txBody>
        </p:sp>
        <p:sp>
          <p:nvSpPr>
            <p:cNvPr id="50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  <p:cNvSpPr/>
            <p:nvPr>
              <p:custDataLst>
                <p:tags r:id="rId5"/>
              </p:custDataLst>
            </p:nvPr>
          </p:nvSpPr>
          <p:spPr>
            <a:xfrm>
              <a:off x="8158" y="7028"/>
              <a:ext cx="7530" cy="79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p>
              <a:pPr indent="0" algn="l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ln w="0"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latin typeface="宋体" charset="0"/>
                  <a:ea typeface="宋体" charset="0"/>
                  <a:cs typeface="微软雅黑" charset="0"/>
                </a:rPr>
                <a:t>理论：服务生态系统</a:t>
              </a:r>
              <a:endParaRPr lang="en-US" altLang="zh-CN" b="1">
                <a:solidFill>
                  <a:schemeClr val="bg2">
                    <a:lumMod val="50000"/>
                  </a:schemeClr>
                </a:solidFill>
                <a:latin typeface="宋体" charset="0"/>
                <a:ea typeface="宋体" charset="0"/>
                <a:cs typeface="微软雅黑" charset="0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8659495" y="7040880"/>
            <a:ext cx="1623060" cy="619760"/>
            <a:chOff x="12251" y="11088"/>
            <a:chExt cx="2556" cy="976"/>
          </a:xfrm>
        </p:grpSpPr>
        <p:sp>
          <p:nvSpPr>
            <p:cNvPr id="40" name="圆角矩形 39"/>
            <p:cNvSpPr/>
            <p:nvPr/>
          </p:nvSpPr>
          <p:spPr>
            <a:xfrm>
              <a:off x="12251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B62F0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C10528"/>
                </a:solidFill>
              </a:endParaRP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12907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7E0D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13563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FD27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14219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FFAF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-98425" y="5749290"/>
            <a:ext cx="12221210" cy="1339215"/>
            <a:chOff x="-155" y="9054"/>
            <a:chExt cx="19246" cy="2109"/>
          </a:xfrm>
        </p:grpSpPr>
        <p:pic>
          <p:nvPicPr>
            <p:cNvPr id="6" name="图片 5" descr="红枣 (1)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760000">
              <a:off x="18055" y="9688"/>
              <a:ext cx="1036" cy="1036"/>
            </a:xfrm>
            <a:prstGeom prst="rect">
              <a:avLst/>
            </a:prstGeom>
          </p:spPr>
        </p:pic>
        <p:pic>
          <p:nvPicPr>
            <p:cNvPr id="7" name="图片 6" descr="红枣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155" y="9054"/>
              <a:ext cx="2109" cy="2109"/>
            </a:xfrm>
            <a:prstGeom prst="rect">
              <a:avLst/>
            </a:prstGeom>
          </p:spPr>
        </p:pic>
        <p:sp>
          <p:nvSpPr>
            <p:cNvPr id="15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  <p:cNvSpPr/>
            <p:nvPr>
              <p:custDataLst>
                <p:tags r:id="rId10"/>
              </p:custDataLst>
            </p:nvPr>
          </p:nvSpPr>
          <p:spPr>
            <a:xfrm>
              <a:off x="11684" y="9970"/>
              <a:ext cx="6536" cy="63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p>
              <a:pPr algn="dist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ln w="0">
                    <a:noFill/>
                  </a:ln>
                  <a:solidFill>
                    <a:srgbClr val="B62F06"/>
                  </a:solidFill>
                  <a:effectLst/>
                  <a:latin typeface="江西拙楷" panose="02010600040101010101" charset="-122"/>
                  <a:ea typeface="江西拙楷" panose="02010600040101010101" charset="-122"/>
                  <a:cs typeface="汉仪秦川飞影W" panose="00020600040101010101" charset="-122"/>
                  <a:sym typeface="+mn-ea"/>
                </a:rPr>
                <a:t>时光沉淀的甜，是红枣写给岁月的诗</a:t>
              </a:r>
              <a:endParaRPr lang="zh-CN" altLang="en-US" sz="1400">
                <a:ln w="0">
                  <a:noFill/>
                </a:ln>
                <a:solidFill>
                  <a:srgbClr val="B62F06"/>
                </a:solidFill>
                <a:effectLst/>
                <a:latin typeface="江西拙楷" panose="02010600040101010101" charset="-122"/>
                <a:ea typeface="江西拙楷" panose="02010600040101010101" charset="-122"/>
                <a:cs typeface="汉仪秦川飞影W" panose="00020600040101010101" charset="-122"/>
                <a:sym typeface="+mn-ea"/>
              </a:endParaRPr>
            </a:p>
          </p:txBody>
        </p:sp>
      </p:grpSp>
      <p:pic>
        <p:nvPicPr>
          <p:cNvPr id="4" name="图片 3" descr="post_object_image_167339393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1287" y="1280478"/>
            <a:ext cx="11597110" cy="4297144"/>
          </a:xfrm>
          <a:prstGeom prst="rect">
            <a:avLst/>
          </a:prstGeom>
        </p:spPr>
      </p:pic>
      <p:pic>
        <p:nvPicPr>
          <p:cNvPr id="8" name="图片 7" descr="post_object_image_368413880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0581" y="5749278"/>
            <a:ext cx="10345114" cy="581721"/>
          </a:xfrm>
          <a:prstGeom prst="rect">
            <a:avLst/>
          </a:prstGeom>
        </p:spPr>
      </p:pic>
      <p:sp>
        <p:nvSpPr>
          <p:cNvPr id="901" name="修订 文本 901"/>
          <p:cNvSpPr txBox="1"/>
          <p:nvPr/>
        </p:nvSpPr>
        <p:spPr>
          <a:xfrm>
            <a:off x="1051560" y="6455664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1" dirty="0">
                <a:solidFill>
                  <a:srgbClr val="B62F06"/>
                </a:solidFill>
                <a:latin typeface="微软雅黑"/>
                <a:ea typeface="微软雅黑"/>
              </a:rPr>
              <a:t>证据｜</a:t>
            </a:r>
            <a:r>
              <a:rPr lang="zh-CN" altLang="en-US" sz="1000" b="0" dirty="0">
                <a:solidFill>
                  <a:srgbClr val="6E6266"/>
                </a:solidFill>
                <a:latin typeface="微软雅黑"/>
                <a:ea typeface="微软雅黑"/>
              </a:rPr>
              <a:t>二手资料：鸣鸣很忙 2025 年度业绩（虎嗅、观察者网报道）；观研报告网</a:t>
            </a:r>
          </a:p>
        </p:txBody>
      </p:sp>
    </p:spTree>
    <p:custDataLst>
      <p:tags r:id="rId1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>
            <p:custDataLst>
              <p:tags r:id="rId1"/>
            </p:custDataLst>
          </p:nvPr>
        </p:nvSpPr>
        <p:spPr>
          <a:xfrm rot="16200000" flipH="1" flipV="1">
            <a:off x="10379075" y="3684270"/>
            <a:ext cx="4367530" cy="234315"/>
          </a:xfrm>
          <a:prstGeom prst="roundRect">
            <a:avLst>
              <a:gd name="adj" fmla="val 0"/>
            </a:avLst>
          </a:prstGeom>
          <a:solidFill>
            <a:srgbClr val="F1AF9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>
            <p:custDataLst>
              <p:tags r:id="rId2"/>
            </p:custDataLst>
          </p:nvPr>
        </p:nvSpPr>
        <p:spPr>
          <a:xfrm rot="10800000" flipH="1" flipV="1">
            <a:off x="889318" y="7108825"/>
            <a:ext cx="10420985" cy="234315"/>
          </a:xfrm>
          <a:prstGeom prst="roundRect">
            <a:avLst>
              <a:gd name="adj" fmla="val 0"/>
            </a:avLst>
          </a:prstGeom>
          <a:solidFill>
            <a:srgbClr val="F1AF9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-98425" y="5749290"/>
            <a:ext cx="12221210" cy="1339215"/>
            <a:chOff x="-155" y="9054"/>
            <a:chExt cx="19246" cy="2109"/>
          </a:xfrm>
        </p:grpSpPr>
        <p:pic>
          <p:nvPicPr>
            <p:cNvPr id="31" name="图片 30" descr="红枣 (1)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20760000">
              <a:off x="18055" y="9688"/>
              <a:ext cx="1036" cy="1036"/>
            </a:xfrm>
            <a:prstGeom prst="rect">
              <a:avLst/>
            </a:prstGeom>
          </p:spPr>
        </p:pic>
        <p:pic>
          <p:nvPicPr>
            <p:cNvPr id="32" name="图片 31" descr="红枣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155" y="9054"/>
              <a:ext cx="2109" cy="2109"/>
            </a:xfrm>
            <a:prstGeom prst="rect">
              <a:avLst/>
            </a:prstGeom>
          </p:spPr>
        </p:pic>
        <p:sp>
          <p:nvSpPr>
            <p:cNvPr id="33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  <p:cNvSpPr/>
            <p:nvPr>
              <p:custDataLst>
                <p:tags r:id="rId7"/>
              </p:custDataLst>
            </p:nvPr>
          </p:nvSpPr>
          <p:spPr>
            <a:xfrm>
              <a:off x="11668" y="9970"/>
              <a:ext cx="6536" cy="63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p>
              <a:pPr algn="dist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ln w="0">
                    <a:noFill/>
                  </a:ln>
                  <a:solidFill>
                    <a:srgbClr val="B62F06"/>
                  </a:solidFill>
                  <a:effectLst/>
                  <a:latin typeface="江西拙楷" panose="02010600040101010101" charset="-122"/>
                  <a:ea typeface="江西拙楷" panose="02010600040101010101" charset="-122"/>
                  <a:cs typeface="汉仪秦川飞影W" panose="00020600040101010101" charset="-122"/>
                  <a:sym typeface="+mn-ea"/>
                </a:rPr>
                <a:t>时光沉淀的甜，是红枣写给岁月的诗</a:t>
              </a:r>
              <a:endParaRPr lang="zh-CN" altLang="en-US" sz="1400">
                <a:ln w="0">
                  <a:noFill/>
                </a:ln>
                <a:solidFill>
                  <a:srgbClr val="B62F06"/>
                </a:solidFill>
                <a:effectLst/>
                <a:latin typeface="江西拙楷" panose="02010600040101010101" charset="-122"/>
                <a:ea typeface="江西拙楷" panose="02010600040101010101" charset="-122"/>
                <a:cs typeface="汉仪秦川飞影W" panose="00020600040101010101" charset="-122"/>
                <a:sym typeface="+mn-ea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8659495" y="7040880"/>
            <a:ext cx="1623060" cy="619760"/>
            <a:chOff x="12251" y="11088"/>
            <a:chExt cx="2556" cy="976"/>
          </a:xfrm>
        </p:grpSpPr>
        <p:sp>
          <p:nvSpPr>
            <p:cNvPr id="35" name="圆角矩形 34"/>
            <p:cNvSpPr/>
            <p:nvPr/>
          </p:nvSpPr>
          <p:spPr>
            <a:xfrm>
              <a:off x="12251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B62F0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C10528"/>
                </a:solidFill>
              </a:endParaRP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12907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7E0D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13563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FD27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14219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FFAF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28" name="图片 27" descr="post_object_image_39371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135" y="400050"/>
            <a:ext cx="8534400" cy="666750"/>
          </a:xfrm>
          <a:prstGeom prst="rect">
            <a:avLst/>
          </a:prstGeom>
        </p:spPr>
      </p:pic>
      <p:pic>
        <p:nvPicPr>
          <p:cNvPr id="29" name="图片 28" descr="post_object_image_19355976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262063"/>
            <a:ext cx="5529262" cy="3071812"/>
          </a:xfrm>
          <a:prstGeom prst="rect">
            <a:avLst/>
          </a:prstGeom>
        </p:spPr>
      </p:pic>
      <p:pic>
        <p:nvPicPr>
          <p:cNvPr id="44" name="图片 43" descr="post_object_image_410625146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9319" y="1197769"/>
            <a:ext cx="4114800" cy="3200400"/>
          </a:xfrm>
          <a:prstGeom prst="rect">
            <a:avLst/>
          </a:prstGeom>
        </p:spPr>
      </p:pic>
      <p:pic>
        <p:nvPicPr>
          <p:cNvPr id="46" name="图片 45" descr="post_object_image_15632277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0813" y="4531565"/>
            <a:ext cx="9771050" cy="1799392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6949466" y="2244109"/>
            <a:ext cx="4572000" cy="460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rgbClr val="860416"/>
                </a:solidFill>
              </a:rPr>
              <a:t>新品难被第一次拿起</a:t>
            </a:r>
            <a:endParaRPr lang="zh-CN" altLang="en-US" sz="2400" b="1">
              <a:solidFill>
                <a:srgbClr val="860416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49466" y="3819307"/>
            <a:ext cx="4572000" cy="461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2400" b="1">
                <a:solidFill>
                  <a:srgbClr val="860416"/>
                </a:solidFill>
              </a:rPr>
              <a:t>枣=养生 &amp; 送礼 &amp; 食药同源</a:t>
            </a:r>
            <a:endParaRPr lang="zh-CN" altLang="en-US"/>
          </a:p>
        </p:txBody>
      </p:sp>
      <p:sp>
        <p:nvSpPr>
          <p:cNvPr id="902" name="修订 形状 902"/>
          <p:cNvSpPr/>
          <p:nvPr/>
        </p:nvSpPr>
        <p:spPr>
          <a:xfrm>
            <a:off x="5943600" y="1161288"/>
            <a:ext cx="2377440" cy="530352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txBody>
          <a:bodyPr lIns="0" tIns="0" rIns="0" bIns="0" anchor="ctr"/>
          <a:p>
            <a:pPr algn="ctr"/>
          </a:p>
        </p:txBody>
      </p:sp>
      <p:sp>
        <p:nvSpPr>
          <p:cNvPr id="903" name="修订 文本 903"/>
          <p:cNvSpPr txBox="1"/>
          <p:nvPr/>
        </p:nvSpPr>
        <p:spPr>
          <a:xfrm>
            <a:off x="5980176" y="1216152"/>
            <a:ext cx="45720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2000" b="1" dirty="0">
                <a:solidFill>
                  <a:srgbClr val="860416"/>
                </a:solidFill>
                <a:latin typeface="微软雅黑"/>
                <a:ea typeface="微软雅黑"/>
              </a:rPr>
              <a:t>我们的初步判断</a:t>
            </a:r>
            <a:r>
              <a:rPr lang="zh-CN" altLang="en-US" sz="1400" b="1" dirty="0">
                <a:solidFill>
                  <a:srgbClr val="B62F06"/>
                </a:solidFill>
                <a:latin typeface="微软雅黑"/>
                <a:ea typeface="微软雅黑"/>
              </a:rPr>
              <a:t>（待验证）</a:t>
            </a:r>
          </a:p>
        </p:txBody>
      </p:sp>
      <p:sp>
        <p:nvSpPr>
          <p:cNvPr id="904" name="修订 文本 904"/>
          <p:cNvSpPr txBox="1"/>
          <p:nvPr/>
        </p:nvSpPr>
        <p:spPr>
          <a:xfrm>
            <a:off x="6949440" y="2679192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0" dirty="0">
                <a:solidFill>
                  <a:srgbClr val="6E6266"/>
                </a:solidFill>
                <a:latin typeface="微软雅黑"/>
                <a:ea typeface="微软雅黑"/>
              </a:rPr>
              <a:t>二手资料：门店近 2000 个 SKU，每月 10%–20% 末位淘汰（华创证券）</a:t>
            </a:r>
          </a:p>
        </p:txBody>
      </p:sp>
      <p:sp>
        <p:nvSpPr>
          <p:cNvPr id="905" name="修订 文本 905"/>
          <p:cNvSpPr txBox="1"/>
          <p:nvPr/>
        </p:nvSpPr>
        <p:spPr>
          <a:xfrm>
            <a:off x="6949440" y="424281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0" dirty="0">
                <a:solidFill>
                  <a:srgbClr val="6E6266"/>
                </a:solidFill>
                <a:latin typeface="微软雅黑"/>
                <a:ea typeface="微软雅黑"/>
              </a:rPr>
              <a:t>二手资料：红枣是认知度前三的“食药同源”食材（尼尔森）</a:t>
            </a:r>
          </a:p>
        </p:txBody>
      </p:sp>
      <p:sp>
        <p:nvSpPr>
          <p:cNvPr id="906" name="修订 文本 906"/>
          <p:cNvSpPr txBox="1"/>
          <p:nvPr/>
        </p:nvSpPr>
        <p:spPr>
          <a:xfrm>
            <a:off x="1051560" y="6455664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1" dirty="0">
                <a:solidFill>
                  <a:srgbClr val="B62F06"/>
                </a:solidFill>
                <a:latin typeface="微软雅黑"/>
                <a:ea typeface="微软雅黑"/>
              </a:rPr>
              <a:t>证据｜</a:t>
            </a:r>
            <a:r>
              <a:rPr lang="zh-CN" altLang="en-US" sz="1000" b="0" dirty="0">
                <a:solidFill>
                  <a:srgbClr val="6E6266"/>
                </a:solidFill>
                <a:latin typeface="微软雅黑"/>
                <a:ea typeface="微软雅黑"/>
              </a:rPr>
              <a:t>专家访谈（丁其磊老师）；二手资料：华创证券、尼尔森；初步判断待调研验证</a:t>
            </a:r>
          </a:p>
        </p:txBody>
      </p:sp>
    </p:spTree>
    <p:custDataLst>
      <p:tags r:id="rId1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>
            <p:custDataLst>
              <p:tags r:id="rId1"/>
            </p:custDataLst>
          </p:nvPr>
        </p:nvSpPr>
        <p:spPr>
          <a:xfrm rot="16200000" flipH="1" flipV="1">
            <a:off x="10379075" y="3684270"/>
            <a:ext cx="4367530" cy="234315"/>
          </a:xfrm>
          <a:prstGeom prst="roundRect">
            <a:avLst>
              <a:gd name="adj" fmla="val 0"/>
            </a:avLst>
          </a:prstGeom>
          <a:solidFill>
            <a:srgbClr val="F1AF9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>
            <p:custDataLst>
              <p:tags r:id="rId2"/>
            </p:custDataLst>
          </p:nvPr>
        </p:nvSpPr>
        <p:spPr>
          <a:xfrm rot="10800000" flipH="1" flipV="1">
            <a:off x="889318" y="7108825"/>
            <a:ext cx="10420985" cy="234315"/>
          </a:xfrm>
          <a:prstGeom prst="roundRect">
            <a:avLst>
              <a:gd name="adj" fmla="val 0"/>
            </a:avLst>
          </a:prstGeom>
          <a:solidFill>
            <a:srgbClr val="F1AF9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-98425" y="5749290"/>
            <a:ext cx="12221210" cy="1339215"/>
            <a:chOff x="-155" y="9054"/>
            <a:chExt cx="19246" cy="2109"/>
          </a:xfrm>
        </p:grpSpPr>
        <p:pic>
          <p:nvPicPr>
            <p:cNvPr id="31" name="图片 30" descr="红枣 (1)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20760000">
              <a:off x="18055" y="9688"/>
              <a:ext cx="1036" cy="1036"/>
            </a:xfrm>
            <a:prstGeom prst="rect">
              <a:avLst/>
            </a:prstGeom>
          </p:spPr>
        </p:pic>
        <p:pic>
          <p:nvPicPr>
            <p:cNvPr id="32" name="图片 31" descr="红枣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155" y="9054"/>
              <a:ext cx="2109" cy="2109"/>
            </a:xfrm>
            <a:prstGeom prst="rect">
              <a:avLst/>
            </a:prstGeom>
          </p:spPr>
        </p:pic>
        <p:sp>
          <p:nvSpPr>
            <p:cNvPr id="33" name="PA_矩形 4" descr="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"/>
            <p:cNvSpPr/>
            <p:nvPr>
              <p:custDataLst>
                <p:tags r:id="rId7"/>
              </p:custDataLst>
            </p:nvPr>
          </p:nvSpPr>
          <p:spPr>
            <a:xfrm>
              <a:off x="11668" y="9970"/>
              <a:ext cx="6536" cy="63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p>
              <a:pPr algn="dist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ln w="0">
                    <a:noFill/>
                  </a:ln>
                  <a:solidFill>
                    <a:srgbClr val="B62F06"/>
                  </a:solidFill>
                  <a:effectLst/>
                  <a:latin typeface="江西拙楷" panose="02010600040101010101" charset="-122"/>
                  <a:ea typeface="江西拙楷" panose="02010600040101010101" charset="-122"/>
                  <a:cs typeface="汉仪秦川飞影W" panose="00020600040101010101" charset="-122"/>
                  <a:sym typeface="+mn-ea"/>
                </a:rPr>
                <a:t>时光沉淀的甜，是红枣写给岁月的诗</a:t>
              </a:r>
              <a:endParaRPr lang="zh-CN" altLang="en-US" sz="1400">
                <a:ln w="0">
                  <a:noFill/>
                </a:ln>
                <a:solidFill>
                  <a:srgbClr val="B62F06"/>
                </a:solidFill>
                <a:effectLst/>
                <a:latin typeface="江西拙楷" panose="02010600040101010101" charset="-122"/>
                <a:ea typeface="江西拙楷" panose="02010600040101010101" charset="-122"/>
                <a:cs typeface="汉仪秦川飞影W" panose="00020600040101010101" charset="-122"/>
                <a:sym typeface="+mn-ea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8659495" y="7040880"/>
            <a:ext cx="1623060" cy="619760"/>
            <a:chOff x="12251" y="11088"/>
            <a:chExt cx="2556" cy="976"/>
          </a:xfrm>
        </p:grpSpPr>
        <p:sp>
          <p:nvSpPr>
            <p:cNvPr id="35" name="圆角矩形 34"/>
            <p:cNvSpPr/>
            <p:nvPr/>
          </p:nvSpPr>
          <p:spPr>
            <a:xfrm>
              <a:off x="12251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B62F0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C10528"/>
                </a:solidFill>
              </a:endParaRP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12907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7E0D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13563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FD27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14219" y="11088"/>
              <a:ext cx="588" cy="976"/>
            </a:xfrm>
            <a:prstGeom prst="roundRect">
              <a:avLst>
                <a:gd name="adj" fmla="val 50000"/>
              </a:avLst>
            </a:prstGeom>
            <a:solidFill>
              <a:srgbClr val="FFFAF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2" name="图片 1" descr="post_object_image_372871948"/>
          <p:cNvPicPr>
            <a:picLocks noChangeAspect="1"/>
          </p:cNvPicPr>
          <p:nvPr/>
        </p:nvPicPr>
        <p:blipFill>
          <a:blip r:embed="rId8"/>
          <a:srcRect t="9868"/>
          <a:stretch>
            <a:fillRect/>
          </a:stretch>
        </p:blipFill>
        <p:spPr>
          <a:xfrm>
            <a:off x="0" y="584127"/>
            <a:ext cx="12192595" cy="533526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0" y="223708"/>
            <a:ext cx="2704324" cy="583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zh-CN" altLang="en-US" sz="3200" b="1">
                <a:solidFill>
                  <a:srgbClr val="860416"/>
                </a:solidFill>
                <a:latin typeface="宋体" charset="0"/>
                <a:ea typeface="宋体" charset="0"/>
              </a:rPr>
              <a:t>现有做法分析</a:t>
            </a:r>
            <a:endParaRPr lang="zh-CN" altLang="en-US" sz="3200" b="1">
              <a:solidFill>
                <a:srgbClr val="860416"/>
              </a:solidFill>
              <a:latin typeface="宋体" charset="0"/>
              <a:ea typeface="宋体" charset="0"/>
            </a:endParaRPr>
          </a:p>
        </p:txBody>
      </p:sp>
      <p:sp>
        <p:nvSpPr>
          <p:cNvPr id="907" name="修订 文本 907"/>
          <p:cNvSpPr txBox="1"/>
          <p:nvPr/>
        </p:nvSpPr>
        <p:spPr>
          <a:xfrm>
            <a:off x="1051560" y="6455664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1" dirty="0">
                <a:solidFill>
                  <a:srgbClr val="B62F06"/>
                </a:solidFill>
                <a:latin typeface="微软雅黑"/>
                <a:ea typeface="微软雅黑"/>
              </a:rPr>
              <a:t>证据｜</a:t>
            </a:r>
            <a:r>
              <a:rPr lang="zh-CN" altLang="en-US" sz="1000" b="0" dirty="0">
                <a:solidFill>
                  <a:srgbClr val="6E6266"/>
                </a:solidFill>
                <a:latin typeface="微软雅黑"/>
                <a:ea typeface="微软雅黑"/>
              </a:rPr>
              <a:t>二手资料 + 组内定性分析</a:t>
            </a:r>
          </a:p>
        </p:txBody>
      </p:sp>
    </p:spTree>
    <p:custDataLst>
      <p:tags r:id="rId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 userDrawn="1"/>
        </p:nvSpPr>
        <p:spPr>
          <a:xfrm>
            <a:off x="-476250" y="178594"/>
            <a:ext cx="73152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3000" b="1">
                <a:solidFill>
                  <a:srgbClr val="860416"/>
                </a:solidFill>
                <a:latin typeface="宋体" charset="0"/>
                <a:ea typeface="宋体" charset="0"/>
              </a:rPr>
              <a:t>本质：第一次尝鲜体验没有被共同创造</a:t>
            </a:r>
            <a:endParaRPr lang="zh-CN" altLang="en-US" sz="3000" b="1">
              <a:solidFill>
                <a:srgbClr val="860416"/>
              </a:solidFill>
              <a:latin typeface="宋体" charset="0"/>
              <a:ea typeface="宋体" charset="0"/>
            </a:endParaRPr>
          </a:p>
        </p:txBody>
      </p:sp>
      <p:pic>
        <p:nvPicPr>
          <p:cNvPr id="7" name="图片 6" descr="post_object_image_18658723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25290"/>
            <a:ext cx="8470106" cy="4975447"/>
          </a:xfrm>
          <a:prstGeom prst="rect">
            <a:avLst/>
          </a:prstGeom>
        </p:spPr>
      </p:pic>
      <p:pic>
        <p:nvPicPr>
          <p:cNvPr id="6" name="图片 5" descr="post_object_image_40246303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8700"/>
            <a:ext cx="8382000" cy="4800600"/>
          </a:xfrm>
          <a:prstGeom prst="rect">
            <a:avLst/>
          </a:prstGeom>
        </p:spPr>
      </p:pic>
      <p:pic>
        <p:nvPicPr>
          <p:cNvPr id="8" name="图片 7" descr="post_object_image_26620350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106" y="925235"/>
            <a:ext cx="3680817" cy="4050506"/>
          </a:xfrm>
          <a:prstGeom prst="rect">
            <a:avLst/>
          </a:prstGeom>
        </p:spPr>
      </p:pic>
      <p:pic>
        <p:nvPicPr>
          <p:cNvPr id="9" name="图片 8" descr="post_object_image_16744092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03" y="6007894"/>
            <a:ext cx="11287994" cy="611981"/>
          </a:xfrm>
          <a:prstGeom prst="rect">
            <a:avLst/>
          </a:prstGeom>
        </p:spPr>
      </p:pic>
      <p:sp>
        <p:nvSpPr>
          <p:cNvPr id="908" name="修订 文本 908"/>
          <p:cNvSpPr txBox="1"/>
          <p:nvPr/>
        </p:nvSpPr>
        <p:spPr>
          <a:xfrm>
            <a:off x="7589520" y="36576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r"/>
            <a:r>
              <a:rPr lang="zh-CN" altLang="en-US" sz="1600" b="1" dirty="0">
                <a:solidFill>
                  <a:srgbClr val="7F7F7F"/>
                </a:solidFill>
                <a:latin typeface="微软雅黑"/>
                <a:ea typeface="微软雅黑"/>
              </a:rPr>
              <a:t>理论：价值网络＋服务主导逻辑</a:t>
            </a:r>
          </a:p>
        </p:txBody>
      </p:sp>
      <p:sp>
        <p:nvSpPr>
          <p:cNvPr id="909" name="修订 形状 909"/>
          <p:cNvSpPr/>
          <p:nvPr/>
        </p:nvSpPr>
        <p:spPr>
          <a:xfrm>
            <a:off x="6675120" y="4443984"/>
            <a:ext cx="1325880" cy="256032"/>
          </a:xfrm>
          <a:prstGeom prst="roundRect">
            <a:avLst/>
          </a:prstGeom>
          <a:solidFill>
            <a:srgbClr val="B62F06"/>
          </a:solidFill>
          <a:ln>
            <a:noFill/>
          </a:ln>
        </p:spPr>
        <p:txBody>
          <a:bodyPr lIns="0" tIns="0" rIns="0" bIns="0" anchor="ctr"/>
          <a:p>
            <a:pPr algn="ctr"/>
            <a:r>
              <a:rPr lang="zh-CN" altLang="en-US" sz="1000" b="1">
                <a:solidFill>
                  <a:srgbClr val="FFFFFF"/>
                </a:solidFill>
                <a:latin typeface="微软雅黑"/>
                <a:ea typeface="微软雅黑"/>
              </a:rPr>
              <a:t>假设 H1 · 待验证</a:t>
            </a:r>
          </a:p>
        </p:txBody>
      </p:sp>
      <p:sp>
        <p:nvSpPr>
          <p:cNvPr id="910" name="修订 文本 910"/>
          <p:cNvSpPr txBox="1"/>
          <p:nvPr/>
        </p:nvSpPr>
        <p:spPr>
          <a:xfrm>
            <a:off x="448056" y="662940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 b="1" dirty="0">
                <a:solidFill>
                  <a:srgbClr val="B62F06"/>
                </a:solidFill>
                <a:latin typeface="微软雅黑"/>
                <a:ea typeface="微软雅黑"/>
              </a:rPr>
              <a:t>证据｜</a:t>
            </a:r>
            <a:r>
              <a:rPr lang="zh-CN" altLang="en-US" sz="1000" b="0" dirty="0">
                <a:solidFill>
                  <a:srgbClr val="6E6266"/>
                </a:solidFill>
                <a:latin typeface="微软雅黑"/>
                <a:ea typeface="微软雅黑"/>
              </a:rPr>
              <a:t>专家访谈（丁其磊老师）；组内分析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PA" val="v4.1.3"/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PA" val="v4.1.3"/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PA" val="v4.1.3"/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PA" val="v4.1.3"/>
  <p:tag name="KSO_WM_BEAUTIFY_FLAG" val=""/>
</p:tagLst>
</file>

<file path=ppt/tags/tag71.xml><?xml version="1.0" encoding="utf-8"?>
<p:tagLst xmlns:p="http://schemas.openxmlformats.org/presentationml/2006/main">
  <p:tag name="PA" val="v4.1.3"/>
  <p:tag name="KSO_WM_BEAUTIFY_FLAG" val="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PA" val="v4.1.3"/>
  <p:tag name="KSO_WM_BEAUTIFY_FLAG" val=""/>
</p:tagLst>
</file>

<file path=ppt/tags/tag79.xml><?xml version="1.0" encoding="utf-8"?>
<p:tagLst xmlns:p="http://schemas.openxmlformats.org/presentationml/2006/main">
  <p:tag name="PA" val="v4.1.3"/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DIAGRAM_VIRTUALLY_FRAME" val="{&quot;height&quot;:241.45,&quot;left&quot;:70,&quot;top&quot;:233.3,&quot;width&quot;:820.55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41.45,&quot;left&quot;:70,&quot;top&quot;:233.3,&quot;width&quot;:820.55}"/>
</p:tagLst>
</file>

<file path=ppt/tags/tag83.xml><?xml version="1.0" encoding="utf-8"?>
<p:tagLst xmlns:p="http://schemas.openxmlformats.org/presentationml/2006/main">
  <p:tag name="KSO_WM_DIAGRAM_VIRTUALLY_FRAME" val="{&quot;height&quot;:241.45,&quot;left&quot;:70,&quot;top&quot;:233.3,&quot;width&quot;:820.55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41.45,&quot;left&quot;:70,&quot;top&quot;:233.3,&quot;width&quot;:820.55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41.45,&quot;left&quot;:70,&quot;top&quot;:233.3,&quot;width&quot;:820.55}"/>
</p:tagLst>
</file>

<file path=ppt/tags/tag86.xml><?xml version="1.0" encoding="utf-8"?>
<p:tagLst xmlns:p="http://schemas.openxmlformats.org/presentationml/2006/main">
  <p:tag name="KSO_WM_BEAUTIFY_FLAG" val=""/>
  <p:tag name="KSO_WM_DIAGRAM_VIRTUALLY_FRAME" val="{&quot;height&quot;:241.45,&quot;left&quot;:70,&quot;top&quot;:233.3,&quot;width&quot;:820.55}"/>
</p:tagLst>
</file>

<file path=ppt/tags/tag87.xml><?xml version="1.0" encoding="utf-8"?>
<p:tagLst xmlns:p="http://schemas.openxmlformats.org/presentationml/2006/main">
  <p:tag name="KSO_WM_DIAGRAM_VIRTUALLY_FRAME" val="{&quot;height&quot;:241.45,&quot;left&quot;:70,&quot;top&quot;:233.3,&quot;width&quot;:820.55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41.45,&quot;left&quot;:70,&quot;top&quot;:233.3,&quot;width&quot;:820.55}"/>
</p:tagLst>
</file>

<file path=ppt/tags/tag89.xml><?xml version="1.0" encoding="utf-8"?>
<p:tagLst xmlns:p="http://schemas.openxmlformats.org/presentationml/2006/main">
  <p:tag name="KSO_WM_DIAGRAM_VIRTUALLY_FRAME" val="{&quot;height&quot;:241.45,&quot;left&quot;:70,&quot;top&quot;:233.3,&quot;width&quot;:820.55}"/>
</p:tagLst>
</file>

<file path=ppt/tags/tag90.xml><?xml version="1.0" encoding="utf-8"?>
<p:tagLst xmlns:p="http://schemas.openxmlformats.org/presentationml/2006/main">
  <p:tag name="KSO_WM_BEAUTIFY_FLAG" val=""/>
  <p:tag name="KSO_WM_DIAGRAM_VIRTUALLY_FRAME" val="{&quot;height&quot;:241.45,&quot;left&quot;:70,&quot;top&quot;:233.3,&quot;width&quot;:820.55}"/>
</p:tagLst>
</file>

<file path=ppt/tags/tag91.xml><?xml version="1.0" encoding="utf-8"?>
<p:tagLst xmlns:p="http://schemas.openxmlformats.org/presentationml/2006/main">
  <p:tag name="KSO_WM_BEAUTIFY_FLAG" val=""/>
  <p:tag name="KSO_WM_DIAGRAM_VIRTUALLY_FRAME" val="{&quot;height&quot;:241.45,&quot;left&quot;:70,&quot;top&quot;:233.3,&quot;width&quot;:820.55}"/>
</p:tagLst>
</file>

<file path=ppt/tags/tag92.xml><?xml version="1.0" encoding="utf-8"?>
<p:tagLst xmlns:p="http://schemas.openxmlformats.org/presentationml/2006/main">
  <p:tag name="KSO_WM_BEAUTIFY_FLAG" val=""/>
  <p:tag name="KSO_WM_DIAGRAM_VIRTUALLY_FRAME" val="{&quot;height&quot;:241.45,&quot;left&quot;:70,&quot;top&quot;:233.3,&quot;width&quot;:820.55}"/>
</p:tagLst>
</file>

<file path=ppt/tags/tag93.xml><?xml version="1.0" encoding="utf-8"?>
<p:tagLst xmlns:p="http://schemas.openxmlformats.org/presentationml/2006/main">
  <p:tag name="PA" val="v4.1.3"/>
  <p:tag name="KSO_WM_BEAUTIFY_FLAG" val=""/>
</p:tagLst>
</file>

<file path=ppt/tags/tag9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PA" val="v4.1.3"/>
  <p:tag name="KSO_WM_BEAUTIFY_FLAG" val=""/>
</p:tagLst>
</file>

<file path=ppt/tags/tag100.xml><?xml version="1.0" encoding="utf-8"?>
<p:tagLst xmlns:p="http://schemas.openxmlformats.org/presentationml/2006/main">
  <p:tag name="PA" val="v4.1.3"/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PA" val="v4.1.3"/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PA" val="v4.1.3"/>
  <p:tag name="KSO_WM_BEAUTIFY_FLAG" val=""/>
</p:tagLst>
</file>

<file path=ppt/tags/tag10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PA" val="v4.1.3"/>
  <p:tag name="KSO_WM_BEAUTIFY_FLAG" val=""/>
</p:tagLst>
</file>

<file path=ppt/tags/tag111.xml><?xml version="1.0" encoding="utf-8"?>
<p:tagLst xmlns:p="http://schemas.openxmlformats.org/presentationml/2006/main">
  <p:tag name="PA" val="v4.1.3"/>
  <p:tag name="KSO_WM_BEAUTIFY_FLAG" val=""/>
</p:tagLst>
</file>

<file path=ppt/tags/tag112.xml><?xml version="1.0" encoding="utf-8"?>
<p:tagLst xmlns:p="http://schemas.openxmlformats.org/presentationml/2006/main">
  <p:tag name="PA" val="v4.1.3"/>
  <p:tag name="KSO_WM_BEAUTIFY_FLAG" val=""/>
</p:tagLst>
</file>

<file path=ppt/tags/tag11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PA" val="v4.1.3"/>
  <p:tag name="KSO_WM_BEAUTIFY_FLAG" val=""/>
</p:tagLst>
</file>

<file path=ppt/tags/tag11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PA" val="v4.1.3"/>
  <p:tag name="KSO_WM_BEAUTIFY_FLAG" val=""/>
</p:tagLst>
</file>

<file path=ppt/tags/tag12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3.xml><?xml version="1.0" encoding="utf-8"?>
<p:tagLst xmlns:p="http://schemas.openxmlformats.org/presentationml/2006/main">
  <p:tag name="resource_record_key" val="{&quot;65&quot;:[20205081],&quot;8&quot;:[40000056,20468498,20228538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r">
          <a:defRPr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657119C-6982-421D-8BA7-E74DEB70A7D9-1">
      <extobjdata type="E657119C-6982-421D-8BA7-E74DEB70A7D9" data="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d01EQWxNa01sTWpKemFHOTNSM0pwWkNVeU1pVXpRWFJ5ZFdVbE1rTWxNakp5YVdOb1ZHVjRkQ1V5TWlVelFYUnlkV1VsTWtNbE1qSm9aV2xuYUhRbE1qSWxNMEV4TURBd0pUZEVKVEpESlRJeVpXeGxiV1Z1ZEhNbE1qSWxNMEVsTjBJbE1qSmpVVkJrWVd0MFEzQmtNREExT1RreUpUSXlKVE5CSlRkQ0pUSXlhV1FsTWpJbE0wRWxNakpqVVZCa1lXdDBRM0JrTURBMU9Ua3lKVEl5SlRKREpUSXlibUZ0WlNVeU1pVXpRU1V5TW5KdmRXNWtVbVZqZEdGdVoyeGxKVEl5SlRKREpUSXlkR2wwYkdVbE1qSWxNMEVsTWpJbFJUVWxPVU1sT0RZbFJUZ2xRVGNsT1RJbFJUY2xPVVlsUVRrbFJUVWxRa1FsUVRJbE1qSWxNa01sTWpKallYUmxaMjl5ZVNVeU1pVXpRU1V5TW1KaGMybGpKVEl5SlRKREpUSXlaM0p2ZFhBbE1qSWxNMEVsTWpJbE1qSWxNa01sTWpKbmNtOTFjRTVoYldVbE1qSWxNMEZ1ZFd4c0pUSkRKVEl5Ykc5amEyVmtKVEl5SlROQlptRnNjMlVsTWtNbE1qSnNhVzVySlRJeUpUTkJKVEl5SlRJeUpUSkRKVEl5WTJocGJHUnlaVzRsTWpJbE0wRWxOVUlsTlVRbE1rTWxNakp3WVhKbGJuUWxNaklsTTBFbE1qSWxNaklsTWtNbE1qSnlaWE5wZW1WRWFYSWxNaklsTTBFbE5VSWxNakowYkNVeU1pVXlReVV5TW5SeUpUSXlKVEpESlRJeVluSWxNaklsTWtNbE1qSmliQ1V5TWlVeVF5VXlNbXdsTWpJbE1rTWxNakowSlRJeUpUSkRKVEl5Y2lVeU1pVXlReVV5TW1JbE1qSWxOVVFsTWtNbE1qSmhkSFJ5YVdKMWRHVWxNaklsTTBFbE4wSWxNakpqYjI1MFlXbHVaWElsTWpJbE0wRm1ZV3h6WlNVeVF5VXlNblpwYzJsaWJHVWxNaklsTTBGMGNuVmxKVEpESlRJeWNtOTBZWFJoWW14bEpUSXlKVE5CZEhKMVpTVXlReVV5TW14cGJtdGhZbXhsSlRJeUpUTkJkSEoxWlNVeVF5VXlNbU52Ykd4aGNITmhZbXhsSlRJeUpUTkJabUZzYzJVbE1rTWxNakpqYjJ4c1lYQnpaV1FsTWpJbE0wRm1ZV3h6WlNVeVF5VXlNbVpwZUdWa1RHbHVheVV5TWlVelFXWmhiSE5sSlRKREpUSXliV0Z5YTJWeVQyWm1jMlYwSlRJeUpUTkJOU1UzUkNVeVF5VXlNbVJoZEdGQmRIUnlhV0oxZEdWekpUSXlKVE5CSlRWQ0pUZENKVEl5Ym1GdFpTVXlNaVV6UVNVeU1pVkZOU1ZDUVNVNFJpVkZOU1U0UmlWQ055VXlNaVV5UXlVeU1uUjVjR1VsTWpJbE0wRWxNakp1ZFcxaVpYSWxNaklsTWtNbE1qSjJZV3gxWlNVeU1pVXpRU1V5TWlVeU1pVXlReVV5TW1OaGRHVm5iM0o1SlRJeUpUTkJKVEl5WkdWbVlYVnNkQ1V5TWlVeVF5VXlNbWxrSlRJeUpUTkJKVEl5WW5OUlEyMTNaMVZxY3pnd016VTJPQ1V5TWlVM1JDVXlReVUzUWlVeU1tNWhiV1VsTWpJbE0wRWxNaklsUlRVbE9UQWxPRVFsUlRjbFFUY2xRakFsTWpJbE1rTWxNakowZVhCbEpUSXlKVE5CSlRJeWMzUnlhVzVuSlRJeUpUSkRKVEl5ZG1Gc2RXVWxNaklsTTBFbE1qSWxNaklsTWtNbE1qSmpZWFJsWjI5eWVTVXlNaVV6UVNVeU1tUmxabUYxYkhRbE1qSWxNa01sTWpKcFpDVXlNaVV6UVNVeU1rcE9RMDUxYTBaT1pFMHpOVEkzTmpZbE1qSWxOMFFsTWtNbE4wSWxNakp1WVcxbEpUSXlKVE5CSlRJeUpVVTJKVGc1SlRnd0pVVTJKVGxESlRnNUpVVTRKVGd3SlRnMUpUSXlKVEpESlRJeWRIbHdaU1V5TWlVelFTVXlNbk4wY21sdVp5VXlNaVV5UXlVeU1uWmhiSFZsSlRJeUpUTkJKVEl5SlRJeUpUSkRKVEl5WTJGMFpXZHZjbmtsTWpJbE0wRWxNakprWldaaGRXeDBKVEl5SlRKREpUSXlhV1FsTWpJbE0wRWxNakpIVW1aNFJtaDZiV1IwT0RFME1qTTJKVEl5SlRkRUpUSkRKVGRDSlRJeWJtRnRaU1V5TWlVelFTVXlNaVZGT0NWQ1JpVTVSU1ZGTmlVNFJTVkJOU1V5TWlVeVF5VXlNblI1Y0dVbE1qSWxNMEVsTWpKc2FXNXJKVEl5SlRKREpUSXlkbUZzZFdVbE1qSWxNMEVsTWpJbE1qSWxNa01sTWpKallYUmxaMjl5ZVNVeU1pVXpRU1V5TW1SbFptRjFiSFFsTWpJbE1rTWxNakpwWkNVeU1pVXpRU1V5TWxob1FraFplVk5yZW1Nd01qY3hOaklsTWpJbE4wUWxNa01sTjBJbE1qSnVZVzFsSlRJeUpUTkJKVEl5SlVVMEpVSkZKVUpHSlVVM0pVRkRKVUpCSlRJeUpUSkRKVEl5ZEhsd1pTVXlNaVV6UVNVeU1uTjBjbWx1WnlVeU1pVXlReVV5TW5aaGJIVmxKVEl5SlROQkpUSXlKVEl5SlRKREpUSXlZMkYwWldkdmNua2xNaklsTTBFbE1qSmtaV1poZFd4MEpUSXlKVEpESlRJeWFXUWxNaklsTTBFbE1qSlJjV3RsV2s1dmJVMXVNell6TXpreUpUSXlKVGRFSlRWRUpUSkRKVEl5Y0hKdmNITWxNaklsTTBFbE4wSWxNako0SlRJeUpUTkJNalVsTWtNbE1qSjVKVEl5SlROQk1UWTRKVEpESlRJeWR5VXlNaVV6UVRrMkpUSkRKVEl5YUNVeU1pVXpRVFUwSlRKREpUSXllbWx1WkdWNEpUSXlKVE5CTXlVeVF5VXlNbUZ1WjJ4bEpUSXlKVE5CTUNVM1JDVXlReVV5TW5Ob1lYQmxVM1I1YkdVbE1qSWxNMEVsTjBJbE1qSmhiSEJvWVNVeU1pVXpRVEVsTjBRbE1rTWxNakpzYVc1bFUzUjViR1VsTWpJbE0wRWxOMElsTWpKeWIzVnVaR2x1WnlVeU1pVXpRVFFsTWtNbE1qSnNhVzVsVjJsa2RHZ2xNaklsTTBFeExqVWxNa01sTWpKc2FXNWxRMjlzYjNJbE1qSWxNMEVsTWpJeE5qSWxNa00xTlNVeVF6VXpKVEl5SlRkRUpUSkRKVEl5Wm1sc2JGTjBlV3hsSlRJeUpUTkJKVGRDSlRkRUpUSkRKVEl5ZEdobGJXVWxNaklsTTBFbE4wSWxOMFFsTWtNbE1qSndZWFJvSlRJeUpUTkJKVFZDSlRkQ0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OMFFsTWtNbE1qSjBaWGgwUW14dlkyc2xNaklsTTBFbE5VSWxOMElsTWpKd2IzTnBkR2x2YmlVeU1pVXpRU1UzUWlVeU1uZ2xNaklsTTBFeE1DVXlReVV5TW5rbE1qSWxNMEV3SlRKREpUSXlkeVV5TWlVelFTVXlNbmN0TWpBbE1qSWxNa01sTWpKb0pUSXlKVE5CSlRJeWFDVXlNaVUzUkNVeVF5VXlNblJsZUhRbE1qSWxNMEVsTWpJbE1qSWxOMFF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jBRbE1rTWxNakpWYzJkSGFHVjRTVnBXTURVME9URTBKVEl5SlROQkpUZENKVEl5YVdRbE1qSWxNMEVsTWpKVmMyZEhhR1Y0U1ZwV01EVTBPVEUwSlRJeUpUSkRKVEl5Ym1GdFpTVXlNaVV6UVNVeU1uSnZkVzVrVW1WamRHRnVaMnhsSlRJeUpUSkRKVEl5ZEdsMGJHVWxNaklsTTBFbE1qSWxSVFVsT1VNbE9EWWxSVGdsUVRjbE9USWxSVGNsT1VZbFFUa2xSVFVsUWtRbFFUS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VZuVm9lazlMYUVSdGN6a3hPRGt4TkNVeU1pVTNSQ1V5UXlVM1FpVXlNbTVoYldVbE1qSWxNMEVsTWpJbFJUVWxPVEFsT0VRbFJUY2xRVGNsUWpBbE1qSWxNa01sTWpKMGVYQmxKVEl5SlROQkpUSXljM1J5YVc1bkpUSXlKVEpESlRJeWRtRnNkV1VsTWpJbE0wRWxNaklsTWpJbE1rTWxNakpqWVhSbFoyOXllU1V5TWlVelFTVXlNbVJsWm1GMWJIUWxNaklsTWtNbE1qSnBaQ1V5TWlVelFTVXlNbWhPVG1WdWNIWnpWRzAyTnpZNU9UVW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UWNGTm1hbmxqUkVoSk5qWXlPREV5SlRJeUpUZEVKVEpESlRkQ0pUSXlibUZ0WlNVeU1pVXpRU1V5TWlWRk9DVkNSaVU1UlNWRk5pVTRSU1ZCTlNVeU1pVXlReVV5TW5SNWNHVWxNaklsTTBFbE1qSnNhVzVySlRJeUpUSkRKVEl5ZG1Gc2RXVWxNaklsTTBFbE1qSWxNaklsTWtNbE1qSmpZWFJsWjI5eWVTVXlNaVV6UVNVeU1tUmxabUYxYkhRbE1qSWxNa01sTWpKcFpDVXlNaVV6UVNVeU1uaGlZVTFXV1cxc1QyUTVORGszTlRJbE1qSWxOMFFsTWtNbE4wSWxNakp1WVcxbEpUSXlKVE5CSlRJeUpVVTBKVUpGSlVKR0pVVTNKVUZESlVKQkpUSXlKVEpESlRJeWRIbHdaU1V5TWlVelFTVXlNbk4wY21sdVp5VXlNaVV5UXlVeU1uWmhiSFZsSlRJeUpUTkJKVEl5SlRJeUpUSkRKVEl5WTJGMFpXZHZjbmtsTWpJbE0wRWxNakprWldaaGRXeDBKVEl5SlRKREpUSXlhV1FsTWpJbE0wRWxNakphUjNWNFdtUjJkMUJKTXprek1EWXpKVEl5SlRkRUpUVkVKVEpESlRJeWNISnZjSE1sTWpJbE0wRWxOMElsTWpKNEpUSXlKVE5CTVRZM0pUSkRKVEl5ZVNVeU1pVXpRVEUyT0NVeVF5VXlNbmNsTWpJbE0wRTVOaVV5UXlVeU1tZ2xNaklsTTBFMU5DVXlReVV5TW5wcGJtUmxlQ1V5TWlVelFUUWxNa01sTWpKaGJtZHNaU1V5TWlVelFUQWxOMFFsTWtNbE1qSnphR0Z3WlZOMGVXeGxKVEl5SlROQkpUZENKVEl5WVd4d2FHRWxNaklsTTBFeEpUZEVKVEpESlRJeWJHbHVaVk4wZVd4bEpUSXlKVE5CSlRkQ0pUSXljbTkxYm1ScGJtY2xNaklsTTBFMEpUSkRKVEl5YkdsdVpWZHBaSFJvSlRJeUpUTkJNUzQxSlRKREpUSXliR2x1WlVOdmJHOXlKVEl5SlROQkpUSXlNVFl5SlRKRE5UVWxNa00xTXlVeU1pVTNSQ1V5UXlVeU1tWnBiR3hUZEhsc1pTVXlNaVV6UVNVM1FpVTNSQ1V5UXlVeU1uUm9aVzFsSlRJeUpUTkJKVGRDSlRkRUpUSkRKVEl5Y0dGMGFDVXlNaVV6UVNVMVFpVTNRaVV5TW1GamRHbHZibk1sTWpJbE0wRWxOVUlsTjBJbE1qSmhZM1JwYjI0bE1qSWxNMEVsTWpKdGIzWmxKVEl5SlRKREpUSXllQ1V5TWlVelFTVXlNakFsTWpJbE1rTWxNako1SlRJeUpUTkJKVEl5TUNVeU1pVTNSQ1V5UXlVM1FpVXlNbUZqZEdsdmJpVXlNaVV6UVNVeU1teHBibVVsTWpJbE1rTWxNako0SlRJeUpUTkJKVEl5ZHlVeU1pVXlReVV5TW5rbE1qSWxNMEVsTWpJd0pUSXlKVGRFSlRKREpUZENKVEl5WVdOMGFXOXVKVEl5SlROQkpUSXliR2x1WlNVeU1pVXlReVV5TW5nbE1qSWxNMEVsTWpKM0pUSXlKVEpESlRJeWVTVXlNaVV6UVNVeU1tZ2xNaklsTjBRbE1rTWxOMElsTWpKaFkzUnBiMjRsTWpJbE0wRWxNakpzYVc1bEpUSXlKVEpESlRJeWVDVXlNaVV6UVNVeU1qQWxNaklsTWtNbE1qSjVKVEl5SlROQkpUSXlhQ1V5TWlVM1JDVXlReVUzUWlVeU1tRmpkR2x2YmlVeU1pVXpRU1V5TW1Oc2IzTmxKVEl5SlRkRUpUVkVKVGRFSlRWRUpUSkRKVEl5Wm05dWRGTjBlV3hsSlRJeUpUTkJKVGRDSlRkRUpUSkRKVEl5ZEdWNGRFSnNiMk5ySlRJeUpUTkJKVFZDSlRkQ0pUSXljRzl6YVhScGIyNGxNaklsTTBFbE4wSWxNako0SlRJeUpUTkJNVEFsTWtNbE1qSjVKVEl5SlROQk1DVXlReVV5TW5jbE1qSWxNMEVsTWpKM0xUSXdKVEl5SlRKREpUSXlhQ1V5TWlVelFTVXlNbWdsTWpJbE4wUWxNa01sTWpKMFpYaDBKVEl5SlROQkpUSXl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VRWbHVRMmRVY0ZOcFZEYzJOakkyT0NVeU1pVXpRU1UzUWlVeU1tbGtKVEl5SlROQkpUSXlUVmx1UTJkVWNGTnBWRGMyTmpJMk9DVXlNaVV5UXlVeU1tNWhiV1VsTWpJbE0wRWxNakp5YjNWdVpGSmxZM1JoYm1kc1pTVXlNaVV5UXlVeU1uUnBkR3hsSlRJeUpUTkJKVEl5SlVVMUpUbERKVGcySlVVNEpVRTNKVGt5SlVVM0pUbEdKVUU1SlVVMUpVSkVKVUV5SlRJeUpUSkRKVEl5WTJGMFpXZHZjbmtsTWpJbE0wRWxNakppWVhOcFl5VXlNaVV5UXlVeU1tZHliM1Z3SlRJeUpUTkJKVEl5SlRJeUpUSkRKVEl5WjNKdmRYQk9ZVzFsSlRJeUpUTkJiblZzYkNVeVF5VXlNbXh2WTJ0bFpDVXlNaVV6UVdaaGJITmxKVEpESlRJeWJHbHVheVV5TWlVelFTVXlNaVV5TWlVeVF5VXlNbU5vYVd4a2NtVnVKVEl5SlROQkpUVkNKVFZFSlRKREpUSXljR0Z5Wlc1MEpUSXlKVE5CSlRJeUpUSXlKVEpESlRJeWNtVnphWHBsUkdseUpUSXlKVE5CSlRWQ0pUSXlkR3dsTWpJbE1rTWxNakowY2lVeU1pVXlReVV5TW1KeUpUSXlKVEpESlRJeVltd2xNaklsTWtNbE1qSnNKVEl5SlRKREpUSXlkQ1V5TWlVeVF5VXlNbklsTWpJbE1rTWxNakppSlRJeUpUVkVKVEpESlRJeVlYUjBjbWxpZFhSbEpUSXlKVE5CSlRkQ0pUSXlZMjl1ZEdGcGJtVnlKVEl5SlROQlptRnNjMlVsTWtNbE1qSjJhWE5wWW14bEpUSXlKVE5CZEhKMVpTVXlReVV5TW5KdmRHRjBZV0pzWlNVeU1pVXpRWFJ5ZFdVbE1rTWxNakpzYVc1cllXSnNaU1V5TWlVelFYUnlkV1VsTWtNbE1qSmpiMnhzWVhCellXSnNaU1V5TWlVelFXWmhiSE5sSlRKREpUSXlZMjlzYkdGd2MyVmtKVEl5SlROQlptRnNjMlVsTWtNbE1qSm1hWGhsWkV4cGJtc2xNaklsTTBGbVlXeHpaU1V5UXlVeU1tMWhjbXRsY2s5bVpuTmxkQ1V5TWlVelFUVWxOMFFsTWtNbE1qSmtZWFJoUVhSMGNtbGlkWFJsY3lVeU1pVXpRU1UxUWlVM1FpVXlNbTVoYldVbE1qSWxNMEVsTWpJbFJUVWxRa0VsT0VZbFJUVWxPRVlsUWpjbE1qSWxNa01sTWpKMGVYQmxKVEl5SlROQkpUSXliblZ0WW1WeUpUSXlKVEpESlRJeWRtRnNkV1VsTWpJbE0wRWxNaklsTWpJbE1rTWxNakpqWVhSbFoyOXllU1V5TWlVelFTVXlNbVJsWm1GMWJIUWxNaklsTWtNbE1qSnBaQ1V5TWlVelFTVXlNbmh0Y2xOR1lrdFJVV0V4TWpBMk1USWxNaklsTjBRbE1rTWxOMElsTWpKdVlXMWxKVEl5SlROQkpUSXlKVVUxSlRrd0pUaEVKVVUzSlVFM0pVSXdKVEl5SlRKREpUSXlkSGx3WlNVeU1pVXpRU1V5TW5OMGNtbHVaeVV5TWlVeVF5VXlNblpoYkhWbEpUSXlKVE5CSlRJeUpUSXlKVEpESlRJeVkyRjBaV2R2Y25rbE1qSWxNMEVsTWpKa1pXWmhkV3gwSlRJeUpUSkRKVEl5YVdRbE1qSWxNMEVsTWpKNmEyVlplRTFHWWxkaE9USTVNREExSlRJeUpUZEVKVEpESlRkQ0pUSXlibUZ0WlNVeU1pVXpRU1V5TWlWRk5pVTRPU1U0TUNWRk5pVTVReVU0T1NWRk9DVTRNQ1U0TlNVeU1pVXlReVV5TW5SNWNHVWxNaklsTTBFbE1qSnpkSEpwYm1jbE1qSWxNa01sTWpKMllXeDFaU1V5TWlVelFTVXlNaVV5TWlVeVF5VXlNbU5oZEdWbmIzSjVKVEl5SlROQkpUSXlaR1ZtWVhWc2RDVXlNaVV5UXlVeU1tbGtKVEl5SlROQkpUSXlhSFoxYTBObVowSjJlVGMxTVRNeU1DVXlNaVUzUkNVeVF5VTNRaVV5TW01aGJXVWxNaklsTTBFbE1qSWxSVGdsUWtZbE9VVWxSVFlsT0VVbFFUVWxNaklsTWtNbE1qSjBlWEJsSlRJeUpUTkJKVEl5YkdsdWF5VXlNaVV5UXlVeU1uWmhiSFZsSlRJeUpUTkJKVEl5SlRJeUpUSkRKVEl5WTJGMFpXZHZjbmtsTWpJbE0wRWxNakprWldaaGRXeDBKVEl5SlRKREpUSXlhV1FsTWpJbE0wRWxNakpTVVV4WmEzZEJVMFJpTWprek1UVXhKVEl5SlRkRUpUSkRKVGRDSlRJeWJtRnRaU1V5TWlVelFTVXlNaVZGTkNWQ1JTVkNSaVZGTnlWQlF5VkNRU1V5TWlVeVF5VXlNblI1Y0dVbE1qSWxNMEVsTWpKemRISnBibWNsTWpJbE1rTWxNakoyWVd4MVpTVXlNaVV6UVNVeU1pVXlNaVV5UXlVeU1tTmhkR1ZuYjNKNUpUSXlKVE5CSlRJeVpHVm1ZWFZzZENVeU1pVXlReVV5TW1sa0pUSXlKVE5CSlRJeVdrWkhhMXBEWkZKVGF6a3hPRFV5TmlVeU1pVTNSQ1UxUkNVeVF5VXlNbkJ5YjNCekpUSXlKVE5CSlRkQ0pUSXllQ1V5TWlVelFUTXdOU1V5UXlVeU1ua2xNaklsTTBFeE5qZ2xNa01sTWpKM0pUSXlKVE5CT1RZbE1rTWxNakpvSlRJeUpUTkJOVFFsTWtNbE1qSjZhVzVrWlhnbE1qSWxNMEUySlRKREpUSXlZVzVuYkdVbE1qSWxNMEV3SlRkRUpUSkRKVEl5YzJoaGNHVlRkSGxzWlNVeU1pVXpRU1UzUWlVeU1tRnNjR2hoSlRJeUpUTkJNU1UzUkNVeVF5VXlNbXhwYm1WVGRIbHNaU1V5TWlVelFTVTNRaVV5TW5KdmRXNWthVzVuSlRJeUpUTkJOQ1V5UXlVeU1teHBibVZYYVdSMGFDVXlNaVV6UVRFdU5TVXlReVV5TW14cGJtVkRiMnh2Y2lVeU1pVXpRU1V5TWpFMk1pVXlRelUxSlRKRE5UTWxNaklsTjBRbE1rTWxNakptYVd4c1UzUjViR1VsTWpJbE0wRWxOME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TNSQ1V5UXlVeU1uUmxlSFJDYkc5amF5VXlNaVV6UVNVMVFpVTNRaVV5TW5CdmMybDBhVzl1SlRJeUpUTkJKVGRDSlRJeWVDVXlNaVV6UVRFd0pUSkRKVEl5ZVNVeU1pVXpRVEFsTWtNbE1qSjNKVEl5SlROQkpUSXlkeTB5TUNVeU1pVXlReVV5TW1nbE1qSWxNMEVsTWpKb0pUSXlKVGRFSlRKREpUSXlkR1Y0ZENVeU1pVXpRU1V5TWl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azlQYVdkU2JsaG1kVkEzTURrMk5UQWxNaklsTTBFbE4wSWxNakpwWkNVeU1pVXpRU1V5TWs5UGFXZFNibGhtZFZBM01EazJOVEFsTWpJbE1rTWxNakp1WVcxbEpUSXlKVE5CSlRJeWNtOTFibVJTWldOMFlXNW5iR1VsTWpJbE1rTWxNakowYVhSc1pTVXlNaVV6UVNVeU1pVkZOU1U1UXlVNE5pVkZPQ1ZCTnlVNU1pVkZOeVU1UmlWQk9TVkZOU1ZDUkNWQk1pVXlNaVV5UXlVeU1tTmhkR1ZuYjNKNUpUSXlKVE5CSlRJeVltRnphV01sTWpJbE1rTWxNakpuY205MWNDVXlNaVV6UVNVeU1pVXlNaVV5UXlVeU1tZHliM1Z3VG1GdFpTVXlNaVV6UVc1MWJHd2xNa01sTWpKc2IyTnJaV1FsTWpJbE0wRm1ZV3h6WlNVeVF5VXlNbXhwYm1zbE1qSWxNMEVsTWpJbE1qSWxNa01sTWpKamFHbHNaSEpsYmlVeU1pVXpRU1UxUWlVMVJDVXlReVV5TW5CaGNtVnVkQ1V5TWlVelFTVXlNaVV5TWlVeVF5VXlNbkpsYzJsNlpVUnBjaVV5TWlVelFTVTFRaVV5TW5Sc0pUSXlKVEpESlRJeWRISWxNaklsTWtNbE1qSmljaVV5TWlVeVF5VXlNbUpzSlRJeUpUSkRKVEl5YkNVeU1pVXlReVV5TW5RbE1qSWxNa01sTWpKeUpUSXlKVEpESlRJeVlpVXlNaVUxUkNVeVF5VXlNbUYwZEhKcFluVjBaU1V5TWlVelFTVTNRaVV5TW1OdmJuUmhhVzVsY2lVeU1pVXpRV1poYkhObEpUSkRKVEl5ZG1semFXSnNaU1V5TWlVelFYUnlkV1VsTWtNbE1qSnliM1JoZEdGaWJHVWxNaklsTTBGMGNuVmxKVEpESlRJeWJHbHVhMkZpYkdVbE1qSWxNMEYwY25WbEpUSkRKVEl5WTI5c2JHRndjMkZpYkdVbE1qSWxNMEZtWVd4elpTVXlReVV5TW1OdmJHeGhjSE5sWkNVeU1pVXpRV1poYkhObEpUSkRKVEl5Wm1sNFpXUk1hVzVySlRJeUpUTkJabUZzYzJVbE1rTWxNakp0WVhKclpYSlBabVp6WlhRbE1qSWxNMEUxSlRkRUpUSkRKVEl5WkdGMFlVRjBkSEpwWW5WMFpYTWxNaklsTTBFbE5VSWxOMElsTWpKdVlXMWxKVEl5SlROQkpUSXlKVVUxSlVKQkpUaEdKVVUxSlRoR0pVSTNKVEl5SlRKREpUSXlkSGx3WlNVeU1pVXpRU1V5TW01MWJXSmxjaVV5TWlVeVF5VXlNblpoYkhWbEpUSXlKVE5CSlRJeUpUSXlKVEpESlRJeVkyRjBaV2R2Y25rbE1qSWxNMEVsTWpKa1pXWmhkV3gwSlRJeUpUSkRKVEl5YVdRbE1qSWxNMEVsTWpKdVlsSnVja2RtVlVsaE5UQTVNekkxSlRJeUpUZEVKVEpESlRkQ0pUSXlibUZ0WlNVeU1pVXpRU1V5TWlWRk5TVTVNQ1U0UkNWRk55VkJOeVZDTUNVeU1pVXlReVV5TW5SNWNHVWxNaklsTTBFbE1qSnpkSEpwYm1jbE1qSWxNa01sTWpKMllXeDFaU1V5TWlVelFTVXlNaVV5TWlVeVF5VXlNbU5oZEdWbmIzSjVKVEl5SlROQkpUSXlaR1ZtWVhWc2RDVXlNaVV5UXlVeU1tbGtKVEl5SlROQkpUSXlia3hRYVVaS2ExQnRaamt3T0RZeU15VXlNaVUzUkNVeVF5VTNRaVV5TW01aGJXVWxNaklsTTBFbE1qSWxSVFlsT0RrbE9EQWxSVFlsT1VNbE9Ea2xSVGdsT0RBbE9EVWxNaklsTWtNbE1qSjBlWEJsSlRJeUpUTkJKVEl5YzNSeWFXNW5KVEl5SlRKREpUSXlkbUZzZFdVbE1qSWxNMEVsTWpJbE1qSWxNa01sTWpKallYUmxaMjl5ZVNVeU1pVXpRU1V5TW1SbFptRjFiSFFsTWpJbE1rTWxNakpwWkNVeU1pVXpRU1V5TW01eGFGUlNkRWh5UVVNMU5qa3dOVGdsTWpJbE4wUWxNa01sTjBJbE1qSnVZVzFsSlRJeUpUTkJKVEl5SlVVNEpVSkdKVGxGSlVVMkpUaEZKVUUxSlRJeUpUSkRKVEl5ZEhsd1pTVXlNaVV6UVNVeU1teHBibXNsTWpJbE1rTWxNakoyWVd4MVpTVXlNaVV6UVNVeU1pVXlNaVV5UXlVeU1tTmhkR1ZuYjNKNUpUSXlKVE5CSlRJeVpHVm1ZWFZzZENVeU1pVXlReVV5TW1sa0pUSXlKVE5CSlRJeVVWQlphMjVqVUdOV1dEa3dNRGswT0NVeU1pVTNSQ1V5UXlVM1FpVXlNbTVoYldVbE1qSWxNMEVsTWpJbFJUUWxRa1VsUWtZbFJUY2xRVU1sUWtFbE1qSWxNa01sTWpKMGVYQmxKVEl5SlROQkpUSXljM1J5YVc1bkpUSXlKVEpESlRJeWRtRnNkV1VsTWpJbE0wRWxNaklsTWpJbE1rTWxNakpqWVhSbFoyOXllU1V5TWlVelFTVXlNbVJsWm1GMWJIUWxNaklsTWtNbE1qSnBaQ1V5TWlVelFTVXlNbXRHWVdsMWJIUmhWbWc0TWpVek9EY2xNaklsTjBRbE5VUWxNa01sTWpKd2NtOXdjeVV5TWlVelFTVTNRaVV5TW5nbE1qSWxNMEUwTkRNbE1rTWxNako1SlRJeUpUTkJNVFk0SlRKREpUSXlkeVV5TWlVelFUazJKVEpESlRJeWFDVXlNaVV6UVRVMEpUSkRKVEl5ZW1sdVpHVjRKVEl5SlROQk9DVXlReVV5TW1GdVoyeGxKVEl5SlROQk1DVTNSQ1V5UXlVeU1uTm9ZWEJsVTNSNWJHVWxNaklsTTBFbE4wSWxNakpoYkhCb1lTVXlNaVV6UVRFbE4wUWxNa01sTWpKc2FXNWxVM1I1YkdVbE1qSWxNMEVsTjBJbE1qSnliM1Z1WkdsdVp5VXlNaVV6UVRRbE1rTWxNakpzYVc1bFYybGtkR2dsTWpJbE0wRXhMalVsTWtNbE1qSnNhVzVsUTI5c2IzSWxNaklsTTBFbE1qSXhOaklsTWtNMU5TVXlRelV6SlRJeUpUZEVKVEpESlRJeVptbHNiRk4wZVd4bEpUSXlKVE5CSlRkQ0pUSXlZMjlzYjNJbE1qSWxNMEVsTWpJeE5qSWxNa00xTlNVeVF6VXpKVEl5SlRKREpUSXlaSEpoZDFSNWNHVWxNaklsTTBFbE1qSnViMjVsSlRJeUpUZEVKVEpESlRJeWRHaGxiV1VsTWpJbE0wRWxOMElsTjBRbE1rTWxNakp3WVhSb0pUSXlKVE5CSlRWQ0pUZENKVEl5WVdOMGFXOXVjeVV5TWlVelFTVTFRaVUzUWlVeU1tRmpkR2x2YmlVeU1pVXpRU1V5TW0xdmRtVWxNaklsTWtNbE1qSjRKVEl5SlROQkpUSXlNQ1V5TWlVeVF5VXlNbmtsTWpJbE0wRWxNakl3SlRJeUpUZEVKVEpESlRkQ0pUSXlZV04wYVc5dUpUSXlKVE5CSlRJeWJHbHVaU1V5TWlVeVF5VXlNbmdsTWpJbE0wRWxNakozSlRJeUpUSkRKVEl5ZVNVeU1pVXpRU1V5TWpBbE1qSWxOMFFsTWtNbE4wSWxNakpoWTNScGIyNGxNaklsTTBFbE1qSnNhVzVsSlRJeUpUSkRKVEl5ZUNVeU1pVXpRU1V5TW5jbE1qSWxNa01sTWpKNUpUSXlKVE5CSlRJeWFDVXlNaVUzUkNVeVF5VTNRaVV5TW1GamRHbHZiaVV5TWlVelFTVXlNbXhwYm1VbE1qSWxNa01sTWpKNEpUSXlKVE5CSlRJeU1DVXlNaVV5UXlVeU1ua2xNaklsTTBFbE1qSm9KVEl5SlRkRUpUSkRKVGRDSlRJeVlXTjBhVzl1SlRJeUpUTkJKVEl5WTJ4dmMyVWxNaklsTjBRbE5VUWxOMFFsTlVRbE1rTWxNakptYjI1MFUzUjViR1VsTWpJbE0wRWxOMElsTjBRbE1rTWxNakowWlhoMFFteHZZMnNsTWpJbE0wRWxOVUlsTjBJbE1qSndiM05wZEdsdmJpVXlNaVV6UVNVM1FpVXlNbmdsTWpJbE0wRXhNQ1V5UXlVeU1ua2xNaklsTTBFd0pUSkRKVEl5ZHlVeU1pVXpRU1V5TW5jdE1qQWxNaklsTWtNbE1qSm9KVEl5SlROQkpUSXlhQ1V5TWlVM1JDVXlReVV5TW5SbGVIUWxNaklsTTBFbE1qSW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eFFreENVMFZsVUdocE5UYzROemcwSlRJeUpUTkJKVGRDSlRJeWFXUWxNaklsTTBFbE1qSnhRa3hDVTBWbFVHaHBOVGM0TnpnMEpUSXlKVEpESlRJeWJtRnRaU1V5TWlVelFTVXlNbkp2ZFc1a1VtVmpkR0Z1WjJ4bEpUSXlKVEpESlRJeWRHbDBiR1VsTWpJbE0wRWxNaklsUlRVbE9VTWxPRFlsUlRnbFFUY2xPVE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UMHQ2VmxGUGJsbE1VVFU0TnpreU1TVXlNaVUzUkNVeVF5VTNRaVV5TW01aGJXVWxNaklsTTBFbE1qSWxSVFVsT1RBbE9FUWxSVGNsUVRjbFFqQWxNaklsTWtNbE1qSjBlWEJsSlRJeUpUTkJKVEl5YzNSeWFXNW5KVEl5SlRKREpUSXlkbUZzZFdVbE1qSWxNMEVsTWpJbE1qSWxNa01sTWpKallYUmxaMjl5ZVNVeU1pVXpRU1V5TW1SbFptRjFiSFFsTWpJbE1rTWxNakpwWkNVeU1pVXpRU1V5TWxwRFprcHJjM2hxVlhnek5EazNNRFl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nJWMHBhWlVaUmFXMWpNVFEzTVRjeEpUSXlKVGRFSlRKREpUZENKVEl5Ym1GdFpTVXlNaVV6UVNVeU1pVkZPQ1ZDUmlVNVJTVkZOaVU0UlNWQk5TVXlNaVV5UXlVeU1uUjVjR1VsTWpJbE0wRWxNakpzYVc1ckpUSXlKVEpESlRJeWRtRnNkV1VsTWpJbE0wRWxNaklsTWpJbE1rTWxNakpqWVhSbFoyOXllU1V5TWlVelFTVXlNbVJsWm1GMWJIUWxNaklsTWtNbE1qSnBaQ1V5TWlVelFTVXlNbXQyWVVWMFkwdGtSMEUzTVRNME9EQWxNaklsTjBRbE1rTWxOMElsTWpKdVlXMWxKVEl5SlROQkpUSXlKVVUwSlVKRkpVSkdKVVUzSlVGREpVSkJKVEl5SlRKREpUSXlkSGx3WlNVeU1pVXpRU1V5TW5OMGNtbHVaeVV5TWlVeVF5VXlNblpoYkhWbEpUSXlKVE5CSlRJeUpUSXlKVEpESlRJeVkyRjBaV2R2Y25rbE1qSWxNMEVsTWpKa1pXWmhkV3gwSlRJeUpUSkRKVEl5YVdRbE1qSWxNMEVsTWpKSWQxUlpZbmxYYjNOS056WXdOelUwSlRJeUpUZEVKVFZFSlRKREpUSXljSEp2Y0hNbE1qSWxNMEVsTjBJbE1qSjRKVEl5SlROQk5UZ3hKVEpESlRJeWVTVXlNaVV6UVRFMk9DVXlReVV5TW5jbE1qSWxNMEU1TmlVeVF5VXlNbWdsTWpJbE0wRTFOQ1V5UXlVeU1ucHBibVJsZUNVeU1pVXpRVGtsTWtNbE1qSmhibWRzWlNVeU1pVXpRVEFsTjBRbE1rTWxNakp6YUdGd1pWTjBlV3hsSlRJeUpUTkJKVGRDSlRJeVlXeHdhR0VsTWpJbE0wRXhKVGRFSlRKREpUSXliR2x1WlZOMGVXeGxKVEl5SlROQkpUZENKVEl5Y205MWJtUnBibWNsTWpJbE0wRTBKVEpESlRJeWJHbHVaVmRwWkhSb0pUSXlKVE5CTVM0MUpUSkRKVEl5YkdsdVpVTnZiRzl5SlRJeUpUTkJKVEl5TVRZeUpUSkROVFVsTWtNMU15VXlNaVUzUkNVeVF5VXlNbVpwYkd4VGRIbHNaU1V5TWlVelFTVTNRaVV5TW1OdmJHOXlKVEl5SlROQkpUSXlNVFl5SlRKRE5UVWxNa00xTXlVeU1pVXlReVV5TW1SeVlYZFVlWEJsSlRJeUpUTkJKVEl5Ym05dVpTVXlNaVUzUkNVeVF5VXlNblJvWlcxbEpUSXlKVE5CSlRkQ0pUZEVKVEpESlRJeWNHRjBhQ1V5TWlVelFTVTFRaVUzUW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ZEVKVEpESlRJeWRHVjRkRUpzYjJOckpUSXlKVE5CSlRWQ0pUZENKVEl5Y0c5emFYUnBiMjRsTWpJbE0wRWxOMElsTWpKNEpUSXlKVE5CTVRBbE1rTWxNako1SlRJeUpUTkJNQ1V5UXlVeU1uY2xNaklsTTBFbE1qSjNMVEl3SlRJeUpUSkRKVEl5YUNVeU1pVXpRU1V5TW1nbE1qSWxOMFFsTWtNbE1qSjBaWGgwSlRJeUpUTkJKVEl5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iR2RGZFU5WFIyaHZRVE15TVRVNE1pVXlNaVV6UVNVM1FpVXlNbWxrSlRJeUpUTkJKVEl5YkdkRmRVOVhSMmh2UVRNeU1UVTRNaVV5TWlVeVF5VXlNbTVoYldVbE1qSWxNMEVsTWpKeWIzVnVaRkpsWTNSaGJtZHNaU1V5TWlVeVF5VXlNblJwZEd4bEpUSXlKVE5CSlRJeUpVVTFKVGxESlRnMkpVVTRKVUUzSlRreUpVVTNKVGxHSlVFNUpVVTFKVUpFSlVFeUpUSXlKVEpESlRJeVkyRjBaV2R2Y25rbE1qSWxNMEVsTWpKaVlYTnBZeVV5TWlVeVF5VXlNbWR5YjNWd0pUSXlKVE5CSlRJeUpUSXlKVEpESlRJeVozSnZkWEJPWVcxbEpUSXlKVE5CYm5Wc2JDVXlReVV5TW14dlkydGxaQ1V5TWlVelFXWmhiSE5sSlRKREpUSXliR2x1YXlVeU1pVXpRU1V5TWlVeU1pVXlReVV5TW1Ob2FXeGtjbVZ1SlRJeUpUTkJKVFZDSlRWRUpUSkRKVEl5Y0dGeVpXNTBKVEl5SlROQkpUSXlKVEl5SlRKREpUSXljbVZ6YVhwbFJHbHlKVEl5SlROQkpUVkNKVEl5ZEd3bE1qSWxNa01sTWpKMGNpVXlNaVV5UXlVeU1tSnlKVEl5SlRKREpUSXlZbXdsTWpJbE1rTWxNakpzSlRJeUpUSkRKVEl5ZENVeU1pVXlReVV5TW5JbE1qSWxNa01sTWpKaUpUSXlKVFZFSlRKREpUSXlZWFIwY21saWRYUmxKVEl5SlROQkpUZENKVEl5WTI5dWRHRnBibVZ5SlRJeUpUTkJabUZzYzJVbE1rTWxNakoyYVhOcFlteGxKVEl5SlROQmRISjFaU1V5UXlVeU1uSnZkR0YwWVdKc1pTVXlNaVV6UVhSeWRXVWxNa01sTWpKc2FXNXJZV0pzWlNVeU1pVXpRWFJ5ZFdVbE1rTWxNakpqYjJ4c1lYQnpZV0pzWlNVeU1pVXpRV1poYkhObEpUSkRKVEl5WTI5c2JHRndjMlZrSlRJeUpUTkJabUZzYzJVbE1rTWxNakptYVhobFpFeHBibXNsTWpJbE0wRm1ZV3h6WlNVeVF5VXlNbTFoY210bGNrOW1abk5sZENVeU1pVXpRVFVsTjBRbE1rTWxNakprWVhSaFFYUjBjbWxpZFhSbGN5VXlNaVV6UVNVMVFpVTNRaVV5TW01aGJXVWxNaklsTTBFbE1qSWxSVFVsUWtFbE9FWWxSVFVsT0VZbFFqY2xNaklsTWtNbE1qSjBlWEJsSlRJeUpUTkJKVEl5Ym5WdFltVnlKVEl5SlRKREpUSXlkbUZzZFdVbE1qSWxNMEVsTWpJbE1qSWxNa01sTWpKallYUmxaMjl5ZVNVeU1pVXpRU1V5TW1SbFptRjFiSFFsTWpJbE1rTWxNakpwWkNVeU1pVXpRU1V5TWxCQlRGTk1abkI1VkhFeE5qWTFPRGtsTWpJbE4wUWxNa01sTjBJbE1qSnVZVzFsSlRJeUpUTkJKVEl5SlVVMUpUa3dKVGhFSlVVM0pVRTNKVUl3SlRJeUpUSkRKVEl5ZEhsd1pTVXlNaVV6UVNVeU1uTjBjbWx1WnlVeU1pVXlReVV5TW5aaGJIVmxKVEl5SlROQkpUSXlKVEl5SlRKREpUSXlZMkYwWldkdmNua2xNaklsTTBFbE1qSmtaV1poZFd4MEpUSXlKVEpESlRJeWFXUWxNaklsTTBFbE1qSlRTRzlEVW14TFpIcG5PVEkyT1RnNEpUSXlKVGRFSlRKREpUZENKVEl5Ym1GdFpTVXlNaVV6UVNVeU1pVkZOaVU0T1NVNE1DVkZOaVU1UXlVNE9TVkZPQ1U0TUNVNE5TVXlNaVV5UXlVeU1uUjVjR1VsTWpJbE0wRWxNakp6ZEhKcGJtY2xNaklsTWtNbE1qSjJZV3gxWlNVeU1pVXpRU1V5TWlVeU1pVXlReVV5TW1OaGRHVm5iM0o1SlRJeUpUTkJKVEl5WkdWbVlYVnNkQ1V5TWlVeVF5VXlNbWxrSlRJeUpUTkJKVEl5YWxadWRHdHdTRXBVZERrNE16STJNQ1V5TWlVM1JDVXlReVUzUWlVeU1tNWhiV1VsTWpJbE0wRWxNaklsUlRnbFFrWWxPVVVsUlRZbE9FVWxRVFVsTWpJbE1rTWxNakowZVhCbEpUSXlKVE5CSlRJeWJHbHVheVV5TWlVeVF5VXlNblpoYkhWbEpUSXlKVE5CSlRJeUpUSXlKVEpESlRJeVkyRjBaV2R2Y25rbE1qSWxNMEVsTWpKa1pXWmhkV3gwSlRJeUpUSkRKVEl5YVdRbE1qSWxNMEVsTWpKemNWWlZTbnBaUzFCVU5qYzBOelF3SlRJeUpUZEVKVEpESlRkQ0pUSXlibUZ0WlNVeU1pVXpRU1V5TWlWRk5DVkNSU1ZDUmlWRk55VkJReVZDUVNVeU1pVXlReVV5TW5SNWNHVWxNaklsTTBFbE1qSnpkSEpwYm1jbE1qSWxNa01sTWpKMllXeDFaU1V5TWlVelFTVXlNaVV5TWlVeVF5VXlNbU5oZEdWbmIzSjVKVEl5SlROQkpUSXlaR1ZtWVhWc2RDVXlNaVV5UXlVeU1tbGtKVEl5SlROQkpUSXlhbVZRVTFWRGEyUndXalV4T1RFd05TVXlNaVUzUkNVMVJDVXlReVV5TW5CeWIzQnpKVEl5SlROQkpUZENKVEl5ZUNVeU1pVXpRVGN6TXk0ME1qZzFOekUwTWpnMU56RTBKVEpESlRJeWVTVXlNaVV6UVRFMk9DVXlReVV5TW5jbE1qSWxNMEU1TmlVeVF5VXlNbWdsTWpJbE0wRTFOQ1V5UXlVeU1ucHBibVJsZUNVeU1pVXpRVEV5SlRKREpUSXlZVzVuYkdVbE1qSWxNMEV3SlRkRUpUSkRKVEl5YzJoaGNHVlRkSGxzWlNVeU1pVXpRU1UzUWlVeU1tRnNjR2hoSlRJeUpUTkJNU1UzUkNVeVF5VXlNbXhwYm1WVGRIbHNaU1V5TWlVelFTVTNRaVV5TW5KdmRXNWthVzVuSlRJeUpUTkJOQ1V5UXlVeU1teHBibVZYYVdSMGFDVXlNaVV6UVRFdU5TVXlReVV5TW14cGJtVkRiMnh2Y2lVeU1pVXpRU1V5TWpFMk1pVXlRelUxSlRKRE5UTWxNaklsTjBRbE1rTWxNakptYVd4c1UzUjViR1VsTWpJbE0wRWxOME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TNSQ1V5UXlVeU1uUmxlSFJDYkc5amF5VXlNaVV6UVNVMVFpVTNRaVV5TW5CdmMybDBhVzl1SlRJeUpUTkJKVGRDSlRJeWVDVXlNaVV6UVRFd0pUSkRKVEl5ZVNVeU1pVXpRVEFsTWtNbE1qSjNKVEl5SlROQkpUSXlkeTB5TUNVeU1pVXlReVV5TW1nbE1qSWxNMEVsTWpKb0pUSXlKVGRFSlRKREpUSXlkR1Y0ZENVeU1pVXpRU1V5TWl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a3QzVkVaMVptZFdjMFU0TkRrNE16a2xNaklsTTBFbE4wSWxNakp1WVcxbEpUSXlKVE5CSlRJeWJHbHVhMlZ5SlRJeUpUSkRKVEl5Y0hKdmNITWxNaklsTTBFbE4wSWxNako2YVc1a1pYZ2xNaklsTTBFeUpUZEVKVEpESlRJeVpHRjBZVUYwZEhKcFluVjBaWE1sTWpJbE0wRWxOVUlsTlVRbE1rTWxNakptY205dEpUSXlKVE5CSlRkQ0pUSXllQ1V5TWlVelFURXlNU1V5UXlVeU1ua2xNaklsTTBFeE9UVWxNa01sTWpKaGJtZHNaU1V5TWlVelFUTXVNVFF4TlRreU5qVXpOVGc1Tnprek5pVXlReVV5TW1sa0pUSXlKVE5CSlRJeVkxRlFaR0ZyZEVOd1pEQXdOVGs1TWlVeU1pVTNSQ1V5UXlVeU1uUnZKVEl5SlROQkpUZENKVEl5YVdRbE1qSWxNMEVsTWpKVmMyZEhhR1Y0U1ZwV01EVTBPVEUwSlRJeUpUSkRKVEl5ZUNVeU1pVXpRVEUyTnlVeVF5VXlNbmtsTWpJbE0wRXhPVFVsTWtNbE1qSmhibWRzWlNVeU1pVXpRVEFsTjBRbE1rTWxNakpuY205MWNDVXlNaVV6UVNVeU1pVXlNaVV5UXlVeU1tbGtKVEl5SlROQkpUSXlTM2RVUm5WbVoxWnpSVGcwT1Rnek9TVXlNaVV5UXlVeU1teHBibVZUZEhsc1pTVXlNaVV6UVNVM1FpVXlNbXhwYm1WWGFXUjBhQ1V5TWlVelFURXVOU1V5UXlVeU1teHBibVZEYjJ4dmNpVXlNaVV6UVNVeU1qRTJNaVV5UXpVMUpUSkROVE1sTWpJbE4wUWxNa01sTWpKc2FXNXJaWEpVZVhCbEpUSXlKVE5CSlRJeVluSnZhMlZ1SlRJeUpUSkRKVEl5Ykc5amEyVmtKVEl5SlROQlptRnNjMlVsTWtNbE1qSndiMmx1ZEhNbE1qSWxNMEVsTlVJbE4wSWxNako0SlRJeUpUTkJNVFEwSlRKREpUSXllU1V5TWlVelFURTVOU1UzUkNVeVF5VTNRaVV5TW5nbE1qSWxNMEV4TkRRbE1rTWxNako1SlRJeUpUTkJNVGsxSlRkRUpUVkVKVEpESlRJeWRHVjRkQ1V5TWlVelFTVXlNaVV5TWlVeVF5VXlNblJsZUhSQ2JHOWpheVV5TWlVelFTVTFRaVUxUkNVM1JDVXlReVV5TWtWc1JuSlhhbGhRUzNFeU5qUTNNallsTWpJbE0wRWxOMElsTWpKdVlXMWxKVEl5SlROQkpUSXliR2x1YTJWeUpUSXlKVEpESlRJeWNISnZjSE1sTWpJbE0wRWxOMElsTWpKNmFXNWtaWGdsTWpJbE0wRTFKVGRFSlRKREpUSXlaR0YwWVVGMGRISnBZblYwWlhNbE1qSWxNMEVsTlVJbE5VUWxNa01sTWpKbWNtOXRKVEl5SlROQkpUZENKVEl5ZUNVeU1pVXpRVEkyTXlVeVF5VXlNbmtsTWpJbE0wRXhPVFVsTWtNbE1qSmhibWRzWlNVeU1pVXpRVE11TVRReE5Ua3lOalV6TlRnNU56a3pOaVV5UXlVeU1tbGtKVEl5SlROQkpUSXlWWE5uUjJobGVFbGFWakExTkRreE5DVXlNaVUzUkNVeVF5VXlNblJ2SlRJeUpUTkJKVGRDSlRJeWFXUWxNaklsTTBFbE1qSk5XVzVEWjFSd1UybFVOelkyTWpZNEpUSXlKVEpESlRJeWVDVXlNaVV6UVRNd05TVXlReVV5TW5rbE1qSWxNMEV4T1RVbE1rTWxNakpoYm1kc1pTVXlNaVV6UVRBbE4wUWxNa01sTWpKbmNtOTFjQ1V5TWlVelFTVXlNaVV5TWlVeVF5VXlNbWxrSlRJeUpUTkJKVEl5Uld4R2NsZHFXRkJMY1RJMk5EY3lOaVV5TWlVeVF5VXlNbXhwYm1WVGRIbHNaU1V5TWlVelFTVTNRaVV5TW14cGJtVlhhV1IwYUNVeU1pVXpRVEV1TlNVeVF5VXlNbXhwYm1WRGIyeHZjaVV5TWlVelFTVXlNakUyTWlVeVF6VTFKVEpETlRNbE1qSWxOMFFsTWtNbE1qSnNhVzVyWlhKVWVYQmxKVEl5SlROQkpUSXlZbkp2YTJWdUpUSXlKVEpESlRJeWJHOWphMlZrSlRJeUpUTkJabUZzYzJVbE1rTWxNakp3YjJsdWRITWxNaklsTTBFbE5VSWxOMElsTWpKNEpUSXlKVE5CTWpnMEpUSkRKVEl5ZVNVeU1pVXpRVEU1TlNVM1JDVXlReVUzUWlVeU1uZ2xNaklsTTBFeU9EUWxNa01sTWpKNUpUSXlKVE5CTVRrMUpUZEVKVFZFSlRKREpUSXlkR1Y0ZENVeU1pVXpRU1V5TWlVeU1pVXlReVV5TW5SbGVIUkNiRzlqYXlVeU1pVXpRU1UxUWlVMVJDVTNSQ1V5UXlVeU1uWktWVXBLVlVoalJVTXlNRFUyTURBbE1qSWxNMEVsTjBJbE1qSnBaQ1V5TWlVelFTVXlNblpLVlVwS1ZVaGpSVU15TURVMk1EQWxNaklsTWtNbE1qSnVZVzFsSlRJeUpUTkJKVEl5YkdsdWEyVnlKVEl5SlRKREpUSXlkR1Y0ZENVeU1pVXpRU1V5TWlVeU1pVXlReVV5TW1keWIzVndKVEl5SlROQkpUSXlKVEl5SlRKREpUSXliR2x1YTJWeVZIbHdaU1V5TWlVelFTVXlNbUp5YjJ0bGJpVXlNaVV5UXlVeU1uQnZhVzUwY3lVeU1pVXpRU1UxUWlVM1FpVXlNbmdsTWpJbE0wRTBNaklsTWtNbE1qSjVKVEl5SlROQk1UazFKVGRFSlRKREpUZENKVEl5ZUNVeU1pVXpRVFF5TWlVeVF5VXlNbmtsTWpJbE0wRXhPVFVsTjBRbE5VUWxNa01sTWpKc2IyTnJaV1FsTWpJbE0wRm1ZV3h6WlNVeVF5VXlNbVJoZEdGQmRIUnlhV0oxZEdWekpUSXlKVE5CSlRWQ0pUVkVKVEpESlRJeWNISnZjSE1sTWpJbE0wRWxOMElsTWpKNmFXNWtaWGdsTWpJbE0wRTNKVGRFSlRKREpUSXliR2x1WlZOMGVXeGxKVEl5SlROQkpUZENKVEl5YkdsdVpWZHBaSFJvSlRJeUpUTkJNUzQxSlRKREpUSXliR2x1WlVOdmJHOXlKVEl5SlROQkpUSXlNVFl5SlRKRE5UVWxNa00xTXlVeU1pVTNSQ1V5UXlVeU1tWnliMjBsTWpJbE0wRWxOMElsTWpKNEpUSXlKVE5CTkRBeEpUSkRKVEl5ZVNVeU1pVXpRVEU1TlNVeVF5VXlNbUZ1WjJ4bEpUSXlKVE5CTXk0eE5ERTFPVEkyTlRNMU9EazNPVE0ySlRKREpUSXlhV1FsTWpJbE0wRWxNakpOV1c1RFoxUndVMmxVTnpZMk1qWTRKVEl5SlRkRUpUSkRKVEl5ZEc4bE1qSWxNMEVsTjBJbE1qSnBaQ1V5TWlVelFTVXlNazlQYVdkU2JsaG1kVkEzTURrMk5UQWxNaklsTWtNbE1qSjRKVEl5SlROQk5EUXpKVEpESlRJeWVTVXlNaVV6UVRFNU5TVXlReVV5TW1GdVoyeGxKVEl5SlROQk1DVTNSQ1V5UXlVeU1uUmxlSFJDYkc5amF5VXlNaVV6UVNVMVFpVTFSQ1UzUkNVeVF5VXlNbWh2UVdoamVXNVpXVmM0TnpVeE5UQWxNaklsTTBFbE4wSWxNakp1WVcxbEpUSXlKVE5CSlRJeWJHbHVhMlZ5SlRJeUpUSkRKVEl5Y0hKdmNITWxNaklsTTBFbE4wSWxNako2YVc1a1pYZ2xNaklsTTBFeE1DVTNSQ1V5UXlVeU1tUmhkR0ZCZEhSeWFXSjFkR1Z6SlRJeUpUTkJKVFZDSlRWRUpUSkRKVEl5Wm5KdmJTVXlNaVV6UVNVM1FpVXlNbmdsTWpJbE0wRTFNemtsTWtNbE1qSjVKVEl5SlROQk1UazFKVEpESlRJeVlXNW5iR1VsTWpJbE0wRXpMakUwTVRVNU1qWTFNelU0T1RjNU16WWxNa01sTWpKcFpDVXlNaVV6UVNVeU1rOVBhV2RTYmxobWRWQTNNRGsyTlRBbE1qSWxOMFFsTWtNbE1qSjBieVV5TWlVelFTVTNRaVV5TW5nbE1qSWxNMEUxT0RFbE1rTWxNako1SlRJeUpUTkJNVGsxSlRKREpUSXlhV1FsTWpJbE0wRWxNakp4UWt4Q1UwVmxVR2hwTlRjNE56ZzBKVEl5SlRKREpUSXlZVzVuYkdVbE1qSWxNMEV3SlRkRUpUSkRKVEl5WjNKdmRYQWxNaklsTTBFbE1qSWxNaklsTWtNbE1qSnBaQ1V5TWlVelFTVXlNbWh2UVdoamVXNVpXVmM0TnpVeE5UQWxNaklsTWtNbE1qSnNhVzVsVTNSNWJHVWxNaklsTTBFbE4wSWxNakpzYVc1bFYybGtkR2dsTWpJbE0wRXhMalVsTWtNbE1qSnNhVzVsUTI5c2IzSWxNaklsTTBFbE1qSXhOaklsTWtNMU5TVXlRelV6SlRJeUpUZEVKVEpESlRJeWJHbHVhMlZ5Vkhsd1pTVXlNaVV6UVNVeU1tSnliMnRsYmlVeU1pVXlReVV5TW14dlkydGxaQ1V5TWlVelFXWmhiSE5sSlRKREpUSXljRzlwYm5SekpUSXlKVE5CSlRWQ0pUZENKVEl5ZUNVeU1pVXpRVFUyTUNVeVF5VXlNbmtsTWpJbE0wRXhPVFVsTjBRbE1rTWxOMElsTWpKNEpUSXlKVE5CTlRZd0pUSkRKVEl5ZVNVeU1pVXpRVEU1TlNVM1JDVTFSQ1V5UXlVeU1uUmxlSFFsTWpJbE0wRWxNaklsTWpJbE1rTWxNakowWlhoMFFteHZZMnNsTWpJbE0wRWxOVUlsTlVRbE4wUWxNa01sTWpKYVFXMUhjMUp5Ukhwc05EZ3hNekF3SlRJeUpUTkJKVGRDSlRJeWJtRnRaU1V5TWlVelFTVXlNbXhwYm10bGNpVXlNaVV5UXlVeU1uQnliM0J6SlRJeUpUTkJKVGRDSlRJeWVtbHVaR1Y0SlRJeUpUTkJNVEVsTjBRbE1rTWxNakprWVhSaFFYUjBjbWxpZFhSbGN5VXlNaVV6UVNVMVFpVTFSQ1V5UXlVeU1tWnliMjBsTWpJbE0wRWxOMElsTWpKNEpUSXlKVE5CTmpjM0pUSkRKVEl5ZVNVeU1pVXpRVEU1TlNVeVF5VXlNbUZ1WjJ4bEpUSXlKVE5CTXk0eE5ERTFPVEkyTlRNMU9EazNPVE0ySlRKREpUSXlhV1FsTWpJbE0wRWxNakp4UWt4Q1UwVmxVR2hwTlRjNE56ZzBKVEl5SlRkRUpUSkRKVEl5ZEc4bE1qSWxNMEVsTjBJbE1qSnBaQ1V5TWlVelFTVXlNbXhuUlhWUFYwZG9iMEV6TWpFMU9ESWxNaklsTWtNbE1qSjRKVEl5SlROQk56TXpMalF5T0RVM01UUXlPRFUzTVRRbE1rTWxNako1SlRJeUpUTkJNVGsxSlRKREpUSXlZVzVuYkdVbE1qSWxNMEV3SlRkRUpUSkRKVEl5WjNKdmRYQWxNaklsTTBFbE1qSWxNaklsTWtNbE1qSnBaQ1V5TWlVelFTVXlNbHBCYlVkelVuSkVlbXcwT0RFek1EQWxNaklsTWtNbE1qSnNhVzVsVTNSNWJHVWxNaklsTTBFbE4wSWxNakpzYVc1bFYybGtkR2dsTWpJbE0wRXhMalVsTWtNbE1qSnNhVzVsUTI5c2IzSWxNaklsTTBFbE1qSXhOaklsTWtNMU5TVXlRelV6SlRJeUpUZEVKVEpESlRJeWJHbHVhMlZ5Vkhsd1pTVXlNaVV6UVNVeU1tSnliMnRsYmlVeU1pVXlReVV5TW14dlkydGxaQ1V5TWlVelFXWmhiSE5sSlRKREpUSXljRzlwYm5SekpUSXlKVE5CSlRWQ0pUZENKVEl5ZUNVeU1pVXpRVGN3TlM0eU1UUXlPRFUzTVRReU9EVTRKVEpESlRJeWVTVXlNaVV6UVRFNU5TVTNSQ1V5UXlVM1FpVXlNbmdsTWpJbE0wRTNNRFV1TWpFME1qZzFOekUwTWpnMU9DVXlReVV5TW5rbE1qSWxNMEV4T1RVbE4wUWxOVVFsTWtNbE1qSjBaWGgwSlRJeUpUTkJKVEl5SlRJeUpUSkRKVEl5ZEdWNGRFSnNiMk5ySlRJeUpUTkJKVFZDSlRWRUpUZEVKVGRFSlRKREpUSXlZMjl0YldWdWRITWxNaklsTTBFbE5VSWxOVVFsTWtNbE1qSndiSFZuYVc1ekpUSXlKVE5CSlRkQ0pUZEVKVEpESlRJeVlXbERiMjUwWVdsdVpYSnpKVEl5SlROQkpUZENKVGRFSlRKREpUSXlhVzV6WlhKMFVHRm5aVTl3ZEhNbE1qSWxNMEVsTjBJbE4wUWxNa01sTWpKd2IzTjBVR0Y1YldWdWRDVXlNaVV6UVNVM1FpVTNSQ1V5UXlVeU1uUm9aVzFsSlRJeUpUTkJKVGRDSlRJeWNHRm5aU1V5TWlVelFTVTNRaVV5TW1KaFkydG5jbTkxYm1SRGIyeHZjaVV5TWlVelFTVXlNblJ5WVc1emNHRnlaVzUwSlRJeUpUZEVKVEpESlRJeWMyaGhjR1ZVYUdWdFpTVXlNaVV6UVNVM1FpVXlNbk4wZVd4bFRtRnRaU1V5TWlVelFTVXlNbTV2Y20xaGJDVXlNaVV5UXlVeU1tTnZiRzl5VG1GdFpTVXlNaVV6UVNVeU1tTnZiRzl5Wm5Wc1gzUm9aVzFsTlNVeU1pVXlReVV5TW5OMGVXeGxUR2x6ZENVeU1pVXpRU1UxUWlVMVJDVXlReVV5TW1OdmJHOXlUR2x6ZENVeU1pVXpRU1UxUWlVM1FpVXlNbTVoYldVbE1qSWxNMEVsTWpKamIyeHZjbVoxYkY5MGFHVnRaVFVsTWpJbE1rTWxNakpqYjJ4dmNuTWxNaklsTTBFbE5VSWxOMElsTWpKemFHRndaU1V5TWlVelFTVTNRaVV5TW1admJuUlRkSGxzWlNVeU1pVXpRU1UzUWlVeU1tWnZiblJHWVcxcGJIa2xNaklsTTBFbE1qSWxSVFVsUWtVbFFVVWxSVGdsUWtRbFFVWWxSVGtsT1VJbE9EVWxSVGtsUWtJbE9URWxNaklsTWtNbE1qSnphWHBsSlRJeUpUTkJNVE1sTWtNbE1qSmpiMnh2Y2lVeU1pVXpRU1V5TWpFeU55VXlRelEzSlRKRE16WWxNaklsTjBRbE1rTWxNakptYVd4c1UzUjViR1VsTWpJbE0wRWxOMElsTWpKMGVYQmxKVEl5SlROQkpUSXljMjlzYVdRbE1qSWxNa01sTWpKamIyeHZjaVV5TWlVelFTVXlNakkwTkNVeVF6RTRNQ1V5UXpFMU55VXlNaVUzUkNVeVF5VXlNbXhwYm1WVGRIbHNaU1V5TWlVelFTVTNRaVV5TW14cGJtVlhhV1IwYUNVeU1pVXpRVElsTWtNbE1qSnNhVzVsUTI5c2IzSWxNaklsTTBFbE1qSXhPVGdsTWtNNE1TVXlRelV3SlRJeUpUZEVKVGRFSlRKREpUSXliR2x1YTJWeUpUSXlKVE5CSlRkQ0pUSXlabTl1ZEZOMGVXeGxKVEl5SlROQkpUZENKVEl5Wm05dWRFWmhiV2xzZVNVeU1pVXpRU1V5TWlWRk5TVkNSU1ZCUlNWRk9DVkNSQ1ZCUmlWRk9TVTVRaVU0TlNWRk9TVkNRaVU1TVNVeU1pVXlReVV5TW5OcGVtVWxNaklsTTBFeE15VXlReVV5TW1OdmJHOXlKVEl5SlROQkpUSXlNVEkzSlRKRE5EY2xNa016TmlVeU1pVTNSQ1V5UXlVeU1teHBibVZUZEhsc1pTVXlNaVV6UVNVM1FpVXlNbXhwYm1WWGFXUjBhQ1V5TWlVelFUSWxNa01sTWpKc2FXNWxRMjlzYjNJbE1qSWxNMEVsTWpJeE1qY2xNa00wTnlVeVF6TTJKVEl5SlRkRUpUZEVKVEpESlRJeWNHRm5aU1V5TWlVelFTVTNRaVV5TW1KaFkydG5jbTkxYm1SRGIyeHZjaVV5TWlVelFTVXlNakkxTlNVeVF6STFOU1V5UXpJMU5TVXlNaVUzUkNVM1JDVTFSQ1UzUkNVMVJDVTNSQ1UzUkNVM1JBPT0iLAoJIkZpbGVJZCIgOiAicG9fYmhqZGFhZmZnYWRlZWEiCn0K"/>
    </extobj>
    <extobj name="E657119C-6982-421D-8BA7-E74DEB70A7D9-2">
      <extobjdata type="E657119C-6982-421D-8BA7-E74DEB70A7D9" data="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d01EQWxNa01sTWpKemFHOTNSM0pwWkNVeU1pVXpRWFJ5ZFdVbE1rTWxNakp5YVdOb1ZHVjRkQ1V5TWlVelFYUnlkV1VsTWtNbE1qSm9aV2xuYUhRbE1qSWxNMEV4TURBd0pUZEVKVEpESlRJeVpXeGxiV1Z1ZEhNbE1qSWxNMEVsTjBJbE1qSkVkM2R6UlU1YVVtcDZORFl5TVRBeUpUSXlKVE5CSlRkQ0pUSXlhV1FsTWpJbE0wRWxNakpFZDNkelJVNWFVbXA2TkRZeU1UQXlKVEl5SlRKREpUSXlibUZ0WlNVeU1pVXpRU1V5TW5KdmRXNWtVbVZqZEdGdVoyeGxKVEl5SlRKREpUSXlkR2wwYkdVbE1qSWxNMEVsTWpJbFJUVWxPVU1sT0RZbFJUZ2xRVGNsT1RJbFJUY2xPVVlsUVRrbFJUVWxRa1FsUVRJbE1qSWxNa01sTWpKallYUmxaMjl5ZVNVeU1pVXpRU1V5TW1KaGMybGpKVEl5SlRKREpUSXlaM0p2ZFhBbE1qSWxNMEVsTWpJbE1qSWxNa01sTWpKbmNtOTFjRTVoYldVbE1qSWxNMEZ1ZFd4c0pUSkRKVEl5Ykc5amEyVmtKVEl5SlROQlptRnNjMlVsTWtNbE1qSnNhVzVySlRJeUpUTkJKVEl5SlRJeUpUSkRKVEl5WTJocGJHUnlaVzRsTWpJbE0wRWxOVUlsTlVRbE1rTWxNakp3WVhKbGJuUWxNaklsTTBFbE1qSWxNaklsTWtNbE1qSnlaWE5wZW1WRWFYSWxNaklsTTBFbE5VSWxNakowYkNVeU1pVXlReVV5TW5SeUpUSXlKVEpESlRJeVluSWxNaklsTWtNbE1qSmliQ1V5TWlVeVF5VXlNbXdsTWpJbE1rTWxNakowSlRJeUpUSkRKVEl5Y2lVeU1pVXlReVV5TW1JbE1qSWxOVVFsTWtNbE1qSmhkSFJ5YVdKMWRHVWxNaklsTTBFbE4wSWxNakpqYjI1MFlXbHVaWElsTWpJbE0wRm1ZV3h6WlNVeVF5VXlNblpwYzJsaWJHVWxNaklsTTBGMGNuVmxKVEpESlRJeWNtOTBZWFJoWW14bEpUSXlKVE5CZEhKMVpTVXlReVV5TW14cGJtdGhZbXhsSlRJeUpUTkJkSEoxWlNVeVF5VXlNbU52Ykd4aGNITmhZbXhsSlRJeUpUTkJabUZzYzJVbE1rTWxNakpqYjJ4c1lYQnpaV1FsTWpJbE0wRm1ZV3h6WlNVeVF5VXlNbVpwZUdWa1RHbHVheVV5TWlVelFXWmhiSE5sSlRKREpUSXliV0Z5YTJWeVQyWm1jMlYwSlRJeUpUTkJOU1UzUkNVeVF5VXlNbVJoZEdGQmRIUnlhV0oxZEdWekpUSXlKVE5CSlRWQ0pUZENKVEl5Ym1GdFpTVXlNaVV6UVNVeU1pVkZOU1ZDUVNVNFJpVkZOU1U0UmlWQ055VXlNaVV5UXlVeU1uUjVjR1VsTWpJbE0wRWxNakp1ZFcxaVpYSWxNaklsTWtNbE1qSjJZV3gxWlNVeU1pVXpRU1V5TWlVeU1pVXlReVV5TW1OaGRHVm5iM0o1SlRJeUpUTkJKVEl5WkdWbVlYVnNkQ1V5TWlVeVF5VXlNbWxrSlRJeUpUTkJKVEl5VDJkRmNXVnBWbmRSZGpJM01UZzBOeVV5TWlVM1JDVXlReVUzUWlVeU1tNWhiV1VsTWpJbE0wRWxNaklsUlRVbE9UQWxPRVFsUlRjbFFUY2xRakFsTWpJbE1rTWxNakowZVhCbEpUSXlKVE5CSlRJeWMzUnlhVzVuSlRJeUpUSkRKVEl5ZG1Gc2RXVWxNaklsTTBFbE1qSWxNaklsTWtNbE1qSmpZWFJsWjI5eWVTVXlNaVV6UVNVeU1tUmxabUYxYkhRbE1qSWxNa01sTWpKcFpDVXlNaVV6UVNVeU1scGtWRzVIWjJ4bVEyYzJNREUzTXpRbE1qSWxOMFFsTWtNbE4wSWxNakp1WVcxbEpUSXlKVE5CSlRJeUpVVTJKVGc1SlRnd0pVVTJKVGxESlRnNUpVVTRKVGd3SlRnMUpUSXlKVEpESlRJeWRIbHdaU1V5TWlVelFTVXlNbk4wY21sdVp5VXlNaVV5UXlVeU1uWmhiSFZsSlRJeUpUTkJKVEl5SlRJeUpUSkRKVEl5WTJGMFpXZHZjbmtsTWpJbE0wRWxNakprWldaaGRXeDBKVEl5SlRKREpUSXlhV1FsTWpJbE0wRWxNakpaWjJoRVFsaFJTbTFVTnpRM05EVXpKVEl5SlRkRUpUSkRKVGRDSlRJeWJtRnRaU1V5TWlVelFTVXlNaVZGT0NWQ1JpVTVSU1ZGTmlVNFJTVkJOU1V5TWlVeVF5VXlNblI1Y0dVbE1qSWxNMEVsTWpKc2FXNXJKVEl5SlRKREpUSXlkbUZzZFdVbE1qSWxNMEVsTWpJbE1qSWxNa01sTWpKallYUmxaMjl5ZVNVeU1pVXpRU1V5TW1SbFptRjFiSFFsTWpJbE1rTWxNakpwWkNVeU1pVXpRU1V5TWxsUFJuRndUVlZyZDNnMU1qVXhOamtsTWpJbE4wUWxNa01sTjBJbE1qSnVZVzFsSlRJeUpUTkJKVEl5SlVVMEpVSkZKVUpHSlVVM0pVRkRKVUpCSlRJeUpUSkRKVEl5ZEhsd1pTVXlNaVV6UVNVeU1uTjBjbWx1WnlVeU1pVXlReVV5TW5aaGJIVmxKVEl5SlROQkpUSXlKVEl5SlRKREpUSXlZMkYwWldkdmNua2xNaklsTTBFbE1qSmtaV1poZFd4MEpUSXlKVEpESlRJeWFXUWxNaklsTTBFbE1qSldlbmhPYUhSNVQzTlJORFEyT0RneEpUSXlKVGRFSlRWRUpUSkRKVEl5Y0hKdmNITWxNaklsTTBFbE4wSWxNako0SlRJeUpUTkJOVGNsTWtNbE1qSjVKVEl5SlROQk1USXdKVEpESlRJeWR5VXlNaVV6UVRrMkpUSkRKVEl5YUNVeU1pVXpRVFUwSlRKREpUSXllbWx1WkdWNEpUSXlKVE5CTVNVeVF5VXlNbUZ1WjJ4bEpUSXlKVE5CTUNVM1JDVXlReVV5TW5Ob1lYQmxVM1I1YkdVbE1qSWxNMEVsTjBJbE1qSmhiSEJvWVNVeU1pVXpRVEVsTjBRbE1rTWxNakpzYVc1bFUzUjViR1VsTWpJbE0wRWxOMElsTWpKeWIzVnVaR2x1WnlVeU1pVXpRVFFsTWtNbE1qSnNhVzVsVjJsa2RHZ2xNaklsTTBFeExqVWxNa01sTWpKc2FXNWxRMjlzYjNJbE1qSWxNMEVsTWpJeU5UVWxNa015TlRVbE1rTXlOVFVsTWpJbE4wUWxNa01sTWpKbWFXeHNVM1I1YkdVbE1qSWxNMEVsTjBJbE1qSmpiMnh2Y2lVeU1pVXpRU1V5TWpJMU1pVXlRekkxTUNVeVF6SXpOeVV5TWlVeVF5VXlNbVJ5WVhkVWVYQmxKVEl5SlROQkpUSXlibTl1WlNVeU1pVTNSQ1V5UXlVeU1uUm9aVzFsSlRJeUpUTkJKVGRDSlRkRUpUSkRKVEl5Y0dGMGFDVXlNaVV6UVNVMVFpVTNRaVV5TW1GamRHbHZibk1sTWpJbE0wRWxOVUlsTjBJbE1qSmhZM1JwYjI0bE1qSWxNMEVsTWpKdGIzWmxKVEl5SlRKREpUSXllQ1V5TWlVelFTVXlNakFsTWpJbE1rTWxNako1SlRJeUpUTkJKVEl5TUNVeU1pVTNSQ1V5UXlVM1FpVXlNbUZqZEdsdmJpVXlNaVV6UVNVeU1teHBibVVsTWpJbE1rTWxNako0SlRJeUpUTkJKVEl5ZHlVeU1pVXlReVV5TW5rbE1qSWxNMEVsTWpJd0pUSXlKVGRFSlRKREpUZENKVEl5WVdOMGFXOXVKVEl5SlROQkpUSXliR2x1WlNVeU1pVXlReVV5TW5nbE1qSWxNMEVsTWpKM0pUSXlKVEpESlRJeWVTVXlNaVV6UVNVeU1tZ2xNaklsTjBRbE1rTWxOMElsTWpKaFkzUnBiMjRsTWpJbE0wRWxNakpzYVc1bEpUSXlKVEpESlRJeWVDVXlNaVV6UVNVeU1qQWxNaklsTWtNbE1qSjVKVEl5SlROQkpUSXlhQ1V5TWlVM1JDVXlReVUzUWlVeU1tRmpkR2x2YmlVeU1pVXpRU1V5TW1Oc2IzTmxKVEl5SlRkRUpUVkVKVGRFSlRWRUpUSkRKVEl5Wm05dWRGTjBlV3hsSlRJeUpUTkJKVGRDSlRkRUpUSkRKVEl5ZEdWNGRFSnNiMk5ySlRJeUpUTkJKVFZDSlRkQ0pUSXljRzl6YVhScGIyNGxNaklsTTBFbE4wSWxNako0SlRJeUpUTkJNVEFsTWtNbE1qSjVKVEl5SlROQk1DVXlReVV5TW5jbE1qSWxNMEVsTWpKM0xUSXdKVEl5SlRKREpUSXlhQ1V5TWlVelFTVXlNbWdsTWpJbE4wUWxNa01sTWpKMFpYaDBKVEl5SlROQkpUSXl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WJYaGpZMVpOVjJKSVVEYzRORGsyTXlVeU1pVXpRU1UzUWlVeU1tbGtKVEl5SlROQkpUSXliWGhqWTFaTlYySklVRGM0TkRrMk15VXlNaVV5UXlVeU1tNWhiV1VsTWpJbE0wRWxNakp5YjNWdVpGSmxZM1JoYm1kc1pTVXlNaVV5UXlVeU1uUnBkR3hsSlRJeUpUTkJKVEl5SlVVMUpUbERKVGcySlVVNEpVRTNKVGt5SlVVM0pUbEdKVUU1SlVVMUpVSkVKVUV5SlRJeUpUSkRKVEl5WTJGMFpXZHZjbmtsTWpJbE0wRWxNakppWVhOcFl5VXlNaVV5UXlVeU1tZHliM1Z3SlRJeUpUTkJKVEl5SlRJeUpUSkRKVEl5WjNKdmRYQk9ZVzFsSlRJeUpUTkJiblZzYkNVeVF5VXlNbXh2WTJ0bFpDVXlNaVV6UVdaaGJITmxKVEpESlRJeWJHbHVheVV5TWlVelFTVXlNaVV5TWlVeVF5VXlNbU5vYVd4a2NtVnVKVEl5SlROQkpUVkNKVFZFSlRKREpUSXljR0Z5Wlc1MEpUSXlKVE5CSlRJeUpUSXlKVEpESlRJeWNtVnphWHBsUkdseUpUSXlKVE5CSlRWQ0pUSXlkR3dsTWpJbE1rTWxNakowY2lVeU1pVXlReVV5TW1KeUpUSXlKVEpESlRJeVltd2xNaklsTWtNbE1qSnNKVEl5SlRKREpUSXlkQ1V5TWlVeVF5VXlNbklsTWpJbE1rTWxNakppSlRJeUpUVkVKVEpESlRJeVlYUjBjbWxpZFhSbEpUSXlKVE5CSlRkQ0pUSXlZMjl1ZEdGcGJtVnlKVEl5SlROQlptRnNjMlVsTWtNbE1qSjJhWE5wWW14bEpUSXlKVE5CZEhKMVpTVXlReVV5TW5KdmRHRjBZV0pzWlNVeU1pVXpRWFJ5ZFdVbE1rTWxNakpzYVc1cllXSnNaU1V5TWlVelFYUnlkV1VsTWtNbE1qSmpiMnhzWVhCellXSnNaU1V5TWlVelFXWmhiSE5sSlRKREpUSXlZMjlzYkdGd2MyVmtKVEl5SlROQlptRnNjMlVsTWtNbE1qSm1hWGhsWkV4cGJtc2xNaklsTTBGbVlXeHpaU1V5UXlVeU1tMWhjbXRsY2s5bVpuTmxkQ1V5TWlVelFUVWxOMFFsTWtNbE1qSmtZWFJoUVhSMGNtbGlkWFJsY3lVeU1pVXpRU1UxUWlVM1FpVXlNbTVoYldVbE1qSWxNMEVsTWpJbFJUVWxRa0VsT0VZbFJUVWxPRVlsUWpjbE1qSWxNa01sTWpKMGVYQmxKVEl5SlROQkpUSXliblZ0WW1WeUpUSXlKVEpESlRJeWRtRnNkV1VsTWpJbE0wRWxNaklsTWpJbE1rTWxNakpqWVhSbFoyOXllU1V5TWlVelFTVXlNbVJsWm1GMWJIUWxNaklsTWtNbE1qSnBaQ1V5TWlVelFTVXlNbXh2U1dSYVpGaE9abVkxTXpneE1EQWxNaklsTjBRbE1rTWxOMElsTWpKdVlXMWxKVEl5SlROQkpUSXlKVVUxSlRrd0pUaEVKVVUzSlVFM0pVSXdKVEl5SlRKREpUSXlkSGx3WlNVeU1pVXpRU1V5TW5OMGNtbHVaeVV5TWlVeVF5VXlNblpoYkhWbEpUSXlKVE5CSlRJeUpUSXlKVEpESlRJeVkyRjBaV2R2Y25rbE1qSWxNMEVsTWpKa1pXWmhkV3gwSlRJeUpUSkRKVEl5YVdRbE1qSWxNMEVsTWpKamQweFdlVTFRUTNSNE16WXhPRGN5SlRJeUpUZEVKVEpESlRkQ0pUSXlibUZ0WlNVeU1pVXpRU1V5TWlWRk5pVTRPU1U0TUNWRk5pVTVReVU0T1NWRk9DVTRNQ1U0TlNVeU1pVXlReVV5TW5SNWNHVWxNaklsTTBFbE1qSnpkSEpwYm1jbE1qSWxNa01sTWpKMllXeDFaU1V5TWlVelFTVXlNaVV5TWlVeVF5VXlNbU5oZEdWbmIzSjVKVEl5SlROQkpUSXlaR1ZtWVhWc2RDVXlNaVV5UXlVeU1tbGtKVEl5SlROQkpUSXlha1ZNWTJwb1MzbFNkVGMzTWpjMk1TVXlNaVUzUkNVeVF5VTNRaVV5TW01aGJXVWxNaklsTTBFbE1qSWxSVGdsUWtZbE9VVWxSVFlsT0VVbFFUVWxNaklsTWtNbE1qSjBlWEJsSlRJeUpUTkJKVEl5YkdsdWF5VXlNaVV5UXlVeU1uWmhiSFZsSlRJeUpUTkJKVEl5SlRJeUpUSkRKVEl5WTJGMFpXZHZjbmtsTWpJbE0wRWxNakprWldaaGRXeDBKVEl5SlRKREpUSXlhV1FsTWpJbE0wRWxNako2YkUxSFUyZERlbFZPTmpNM05qVXlKVEl5SlRkRUpUSkRKVGRDSlRJeWJtRnRaU1V5TWlVelFTVXlNaVZGTkNWQ1JTVkNSaVZGTnlWQlF5VkNRU1V5TWlVeVF5VXlNblI1Y0dVbE1qSWxNMEVsTWpKemRISnBibWNsTWpJbE1rTWxNakoyWVd4MVpTVXlNaVV6UVNVeU1pVXlNaVV5UXlVeU1tTmhkR1ZuYjNKNUpUSXlKVE5CSlRJeVpHVm1ZWFZzZENVeU1pVXlReVV5TW1sa0pUSXlKVE5CSlRJeVkyMVVXSEZRVlVkbFF6UTFOekU1TnlVeU1pVTNSQ1UxUkNVeVF5VXlNbkJ5YjNCekpUSXlKVE5CSlRkQ0pUSXllQ1V5TWlVelFURTRNQ1V5UXlVeU1ua2xNaklsTTBFeE1qQWxNa01sTWpKM0pUSXlKVE5CT1RZbE1rTWxNakpvSlRJeUpUTkJOVFFsTWtNbE1qSjZhVzVrWlhnbE1qSWxNMEV5SlRKREpUSXlZVzVuYkdVbE1qSWxNMEV3SlRkRUpUSkRKVEl5YzJoaGNHVlRkSGxzWlNVeU1pVXpRU1UzUWlVeU1tRnNjR2hoSlRJeUpUTkJNU1UzUkNVeVF5VXlNbXhwYm1WVGRIbHNaU1V5TWlVelFTVTNRaVV5TW5KdmRXNWthVzVuSlRJeUpUTkJOQ1V5UXlVeU1teHBibVZYYVdSMGFDVXlNaVV6UVRFdU5TVXlReVV5TW14cGJtVkRiMnh2Y2lVeU1pVXpRU1V5TWpJMU5TVXlRekkxTlNVeVF6STFOU1V5TWlVM1JDVXlReVV5TW1acGJHeFRkSGxzWlNVeU1pVXpRU1UzUWlVeU1tTnZiRzl5SlRJeUpUTkJKVEl5TWpVeUpUSkRNalV3SlRKRE1qTTNKVEl5SlRKREpUSXlaSEpoZDFSNWNHVWxNaklsTTBFbE1qSnViMjVsSlRJeUpUZEVKVEpESlRJeWRHaGxiV1VsTWpJbE0wRWxOMElsTjBRbE1rTWxNakp3WVhSb0pUSXlKVE5CSlRWQ0pUZENKVEl5WVdOMGFXOXVjeVV5TWlVelFTVTFRaVUzUWlVeU1tRmpkR2x2YmlVeU1pVXpRU1V5TW0xdmRtVWxNaklsTWtNbE1qSjRKVEl5SlROQkpUSXlNQ1V5TWlVeVF5VXlNbmtsTWpJbE0wRWxNakl3SlRJeUpUZEVKVEpESlRkQ0pUSXlZV04wYVc5dUpUSXlKVE5CSlRJeWJHbHVaU1V5TWlVeVF5VXlNbmdsTWpJbE0wRWxNakozSlRJeUpUSkRKVEl5ZVNVeU1pVXpRU1V5TWpBbE1qSWxOMFFsTWtNbE4wSWxNakpoWTNScGIyNGxNaklsTTBFbE1qSnNhVzVsSlRJeUpUSkRKVEl5ZUNVeU1pVXpRU1V5TW5jbE1qSWxNa01sTWpKNUpUSXlKVE5CSlRJeWFDVXlNaVUzUkNVeVF5VTNRaVV5TW1GamRHbHZiaVV5TWlVelFTVXlNbXhwYm1VbE1qSWxNa01sTWpKNEpUSXlKVE5CSlRJeU1DVXlNaVV5UXlVeU1ua2xNaklsTTBFbE1qSm9KVEl5SlRkRUpUSkRKVGRDSlRJeVlXTjBhVzl1SlRJeUpUTkJKVEl5WTJ4dmMyVWxNaklsTjBRbE5VUWxOMFFsTlVRbE1rTWxNakptYjI1MFUzUjViR1VsTWpJbE0wRWxOMElsTjBRbE1rTWxNakowWlhoMFFteHZZMnNsTWpJbE0wRWxOVUlsTjBJbE1qSndiM05wZEdsdmJpVXlNaVV6UVNVM1FpVXlNbmdsTWpJbE0wRXhNQ1V5UXlVeU1ua2xNaklsTTBFd0pUSkRKVEl5ZHlVeU1pVXpRU1V5TW5jdE1qQWxNaklsTWtNbE1qSm9KVEl5SlROQkpUSXlhQ1V5TWlVM1JDVXlReVV5TW5SbGVIUWxNaklsTTBFbE1qSW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UVIxWm9Ra3QwVlc5WE5qTXlOek13SlRJeUpUTkJKVGRDSlRJeWFXUWxNaklsTTBFbE1qSlFSMVpvUWt0MFZXOVhOak15TnpNd0pUSXlKVEpESlRJeWJtRnRaU1V5TWlVelFTVXlNbkp2ZFc1a1VtVmpkR0Z1WjJ4bEpUSXlKVEpESlRJeWRHbDBiR1VsTWpJbE0wRWxNaklsUlRVbE9VTWxPRFlsUlRnbFFUY2xPVE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ibTlaYlVWaFRIaHFkekl5T1RJNU9DVXlNaVUzUkNVeVF5VTNRaVV5TW01aGJXVWxNaklsTTBFbE1qSWxSVFVsT1RBbE9FUWxSVGNsUVRjbFFqQWxNaklsTWtNbE1qSjBlWEJsSlRJeUpUTkJKVEl5YzNSeWFXNW5KVEl5SlRKREpUSXlkbUZzZFdVbE1qSWxNMEVsTWpJbE1qSWxNa01sTWpKallYUmxaMjl5ZVNVeU1pVXpRU1V5TW1SbFptRjFiSFFsTWpJbE1rTWxNakpwWkNVeU1pVXpRU1V5TWxSTVYyVnRSRzlxVm1VeU1qRTJOall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kJZMlZRU1hOWWVrbG1NekkxT0RFM0pUSXlKVGRFSlRKREpUZENKVEl5Ym1GdFpTVXlNaVV6UVNVeU1pVkZPQ1ZDUmlVNVJTVkZOaVU0UlNWQk5TVXlNaVV5UXlVeU1uUjVjR1VsTWpJbE0wRWxNakpzYVc1ckpUSXlKVEpESlRJeWRtRnNkV1VsTWpJbE0wRWxNaklsTWpJbE1rTWxNakpqWVhSbFoyOXllU1V5TWlVelFTVXlNbVJsWm1GMWJIUWxNaklsTWtNbE1qSnBaQ1V5TWlVelFTVXlNbFYzYTFGa1ZuQmpkbkl4TlRNNE1Ua2xNaklsTjBRbE1rTWxOMElsTWpKdVlXMWxKVEl5SlROQkpUSXlKVVUwSlVKRkpVSkdKVVUzSlVGREpVSkJKVEl5SlRKREpUSXlkSGx3WlNVeU1pVXpRU1V5TW5OMGNtbHVaeVV5TWlVeVF5VXlNblpoYkhWbEpUSXlKVE5CSlRJeUpUSXlKVEpESlRJeVkyRjBaV2R2Y25rbE1qSWxNMEVsTWpKa1pXWmhkV3gwSlRJeUpUSkRKVEl5YVdRbE1qSWxNMEVsTWpKTVdVTk9TM04xVVdoS09EQTBOalk1SlRJeUpUZEVKVFZFSlRKREpUSXljSEp2Y0hNbE1qSWxNMEVsTjBJbE1qSjRKVEl5SlROQk16QXpKVEpESlRJeWVTVXlNaVV6UVRFeU1DVXlReVV5TW5jbE1qSWxNMEU1TmlVeVF5VXlNbWdsTWpJbE0wRTFOQ1V5UXlVeU1ucHBibVJsZUNVeU1pVXpRVE1sTWtNbE1qSmhibWRzWlNVeU1pVXpRVEFsTjBRbE1rTWxNakp6YUdGd1pWTjBlV3hsSlRJeUpUTkJKVGRDSlRJeVlXeHdhR0VsTWpJbE0wRXhKVGRFSlRKREpUSXliR2x1WlZOMGVXeGxKVEl5SlROQkpUZENKVEl5Y205MWJtUnBibWNsTWpJbE0wRTBKVEpESlRJeWJHbHVaVmRwWkhSb0pUSXlKVE5CTVM0MUpUSkRKVEl5YkdsdVpVTnZiRzl5SlRJeUpUTkJKVEl5TWpVMUpUSkRNalUxSlRKRE1qVTFKVEl5SlRkRUpUSkRKVEl5Wm1sc2JGTjBlV3hsSlRJeUpUTkJKVGRDSlRJeVkyOXNiM0lsTWpJbE0wRWxNakl5TlRJbE1rTXlOVEFsTWtNeU16Y2xNaklsTWtNbE1qSmtjbUYzVkhsd1pTVXlNaVV6UVNVeU1tNXZibVVsTWpJbE4wUWxNa01sTWpKMGFHVnRaU1V5TWlVelFTVTNRaVUzUkNVeVF5VXlNbkJoZEdnbE1qSWxNMEVsTlVJbE4wSWxNakpoWTNScGIyNXpKVEl5SlROQkpUVkNKVGRDSlRJeVlXTjBhVzl1SlRJeUpUTkJKVEl5Ylc5MlpTVXlNaVV5UXlVeU1uZ2xNaklsTTBFbE1qSXdKVEl5SlRKREpUSXllU1V5TWlVelFTVXlNakFsTWpJbE4wUWxNa01sTjBJbE1qSmhZM1JwYjI0bE1qSWxNMEVsTWpKc2FXNWxKVEl5SlRKREpUSXllQ1V5TWlVelFTVXlNbmNsTWpJbE1rTWxNako1SlRJeUpUTkJKVEl5TUNVeU1pVTNSQ1V5UXlVM1FpVXlNbUZqZEdsdmJpVXlNaVV6UVNVeU1teHBibVVsTWpJbE1rTWxNako0SlRJeUpUTkJKVEl5ZHlVeU1pVXlReVV5TW5rbE1qSWxNMEVsTWpKb0pUSXlKVGRFSlRKREpUZENKVEl5WVdOMGFXOXVKVEl5SlROQkpUSXliR2x1WlNVeU1pVXlReVV5TW5nbE1qSWxNMEVsTWpJd0pUSXlKVEpESlRJeWVTVXlNaVV6UVNVeU1tZ2xNaklsTjBRbE1rTWxOMElsTWpKaFkzUnBiMjRsTWpJbE0wRWxNakpqYkc5elpTVXlNaVUzUkNVMVJDVTNSQ1UxUkNVeVF5VXlNbVp2Ym5SVGRIbHNaU1V5TWlVelFTVTNRaVUzUkNVeVF5VXlNblJsZUhSQ2JHOWpheVV5TWlVelFTVTFRaVUzUWlVeU1uQnZjMmwwYVc5dUpUSXlKVE5CSlRkQ0pUSXllQ1V5TWlVelFURXdKVEpESlRJeWVTVXlNaVV6UVRBbE1rTWxNakozSlRJeUpUTkJKVEl5ZHkweU1DVXlNaVV5UXlVeU1tZ2xNaklsTTBFbE1qSm9KVEl5SlRkRUpUSkRKVEl5ZEdWNGRDVXlNaVV6UVNVeU1p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M1JDVXlReVV5TW1kWVYwWjBkMUJVV0d3d01Ua3pNelVsTWpJbE0wRWxOMElsTWpKcFpDVXlNaVV6UVNVeU1tZFlWMFowZDFCVVdHd3dNVGt6TXpVbE1qSWxNa01sTWpKdVlXMWxKVEl5SlROQkpUSXljbTkxYm1SU1pXTjBZVzVuYkdVbE1qSWxNa01sTWpKMGFYUnNaU1V5TWlVelFTVXlNaVZGTlNVNVF5VTROaVZGT0NWQk55VTV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nFTV2hhVkVsNVdrbFdPREkyTmprekpUSXlKVGRFSlRKREpUZENKVEl5Ym1GdFpTVXlNaVV6UVNVeU1pVkZOU1U1TUNVNFJDVkZOeVZCTnlWQ01DVXlNaVV5UXlVeU1uUjVjR1VsTWpJbE0wRWxNakp6ZEhKcGJtY2xNaklsTWtNbE1qSjJZV3gxWlNVeU1pVXpRU1V5TWlVeU1pVXlReVV5TW1OaGRHVm5iM0o1SlRJeUpUTkJKVEl5WkdWbVlYVnNkQ1V5TWlVeVF5VXlNbWxrSlRJeUpUTkJKVEl5VEZOa1NXOWFVbXgyY0RNM056QTROaV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rcDFaMmRRWkZaWFExTTRPRGswTURNbE1qSWxOMFFsTWtNbE4wSWxNakp1WVcxbEpUSXlKVE5CSlRJeUpVVTRKVUpHSlRsRkpVVTJKVGhGSlVFMUpUSXlKVEpESlRJeWRIbHdaU1V5TWlVelFTVXlNbXhwYm1zbE1qSWxNa01sTWpKMllXeDFaU1V5TWlVelFTVXlNaVV5TWlVeVF5VXlNbU5oZEdWbmIzSjVKVEl5SlROQkpUSXlaR1ZtWVhWc2RDVXlNaVV5UXlVeU1tbGtKVEl5SlROQkpUSXlSVTk1YmxwcGFVZHJXamsyTnpjeE5pVXlNaVUzUkNVeVF5VTNRaVV5TW01aGJXVWxNaklsTTBFbE1qSWxSVFFsUWtVbFFrWWxSVGNsUVVNbFFrRWxNaklsTWtNbE1qSjBlWEJsSlRJeUpUTkJKVEl5YzNSeWFXNW5KVEl5SlRKREpUSXlkbUZzZFdVbE1qSWxNMEVsTWpJbE1qSWxNa01sTWpKallYUmxaMjl5ZVNVeU1pVXpRU1V5TW1SbFptRjFiSFFsTWpJbE1rTWxNakpwWkNVeU1pVXpRU1V5TWsxSWFXRm9jM0JDYm00NU5ERTROaklsTWpJbE4wUWxOVVFsTWtNbE1qSndjbTl3Y3lVeU1pVXpRU1UzUWlVeU1uZ2xNaklsTTBFME1qWWxNa01sTWpKNUpUSXlKVE5CTVRJd0pUSkRKVEl5ZHlVeU1pVXpRVGsySlRKREpUSXlhQ1V5TWlVelFUVTBKVEpESlRJeWVtbHVaR1Y0SlRJeUpUTkJOQ1V5UXlVeU1tRnVaMnhsSlRJeUpUTkJNQ1UzUkNVeVF5VXlNbk5vWVhCbFUzUjViR1VsTWpJbE0wRWxOMElsTWpKaGJIQm9ZU1V5TWlVelFURWxOMFFsTWtNbE1qSnNhVzVsVTNSNWJHVWxNaklsTTBFbE4wSWxNakp5YjNWdVpHbHVaeVV5TWlVelFUUWxNa01sTWpKc2FXNWxWMmxrZEdnbE1qSWxNMEV4TGpVbE1rTWxNakpzYVc1bFEyOXNiM0lsTWpJbE0wRWxNakl5TlRVbE1rTXlOVFVsTWtNeU5UVWxNaklsTjBRbE1rTWxNakptYVd4c1UzUjViR1VsTWpJbE0wRWxOMElsTWpKamIyeHZjaVV5TWlVelFTVXlNakkxTWlVeVF6STFNQ1V5UXpJek55VXlNaVV5UXlVeU1tUnlZWGRVZVhCbEpUSXlKVE5CSlRJeWJtOXVaU1V5TWlVM1JDVXlReVV5TW5Sb1pXMWxKVEl5SlROQkpUZENKVGRFSlRKREpUSXljR0YwYUNVeU1pVXpRU1UxUWlVM1Fp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GRFSlRKREpUSXlkR1Y0ZEVKc2IyTnJKVEl5SlROQkpUVkNKVGRDSlRJeWNHOXphWFJwYjI0bE1qSWxNMEVsTjBJbE1qSjRKVEl5SlROQk1UQWxNa01sTWpKNUpUSXlKVE5CTUNVeVF5VXlNbmNsTWpJbE0wRWxNakozTFRJd0pUSXlKVEpESlRJeWFDVXlNaVV6UVNVeU1tZ2xNaklsTjBRbE1rTWxNakowWlhoMEpUSXlKVE5CSlRJeU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UpUZEVKVEpESlRJeVkyOXRiV1Z1ZEhNbE1qSWxNMEVsTlVJbE5VUWxNa01sTWpKd2JIVm5hVzV6SlRJeUpUTkJKVGRDSlRkRUpUSkRKVEl5WVdsRGIyNTBZV2x1WlhKekpUSXlKVE5CSlRkQ0pUZEVKVEpESlRJeWFXNXpaWEowVUdGblpVOXdkSE1sTWpJbE0wRWxOMElsTjBRbE1rTWxNakp3YjNOMFVHRjViV1Z1ZENVeU1pVXpRU1UzUWlVM1JDVXlReVV5TW5Sb1pXMWxKVEl5SlROQkpUZENKVEl5Y0dGblpTVXlNaVV6UVNVM1FpVXlNbUpoWTJ0bmNtOTFibVJEYjJ4dmNpVXlNaVV6UVNVeU1uUnlZVzV6Y0dGeVpXNTBKVEl5SlRkRUpUZEVKVGRFIiwKCSJGaWxlSWQiIDogInBvX2JoamRhYWljaWRiY2RhIgp9Cg=="/>
    </extobj>
  </extobjs>
</s:customData>
</file>

<file path=customXml/itemProps12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WPS 文字</Application>
  <PresentationFormat>宽屏</PresentationFormat>
  <Paragraphs>96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33" baseType="lpstr">
      <vt:lpstr>Arial</vt:lpstr>
      <vt:lpstr>宋体</vt:lpstr>
      <vt:lpstr>Wingdings</vt:lpstr>
      <vt:lpstr>Wingdings</vt:lpstr>
      <vt:lpstr>獅尾XD珍珠SC-Medium</vt:lpstr>
      <vt:lpstr>苹方-简</vt:lpstr>
      <vt:lpstr>汉仪秦川飞影W</vt:lpstr>
      <vt:lpstr>宋体-简</vt:lpstr>
      <vt:lpstr>思源黑体 CN Bold</vt:lpstr>
      <vt:lpstr>江西拙楷</vt:lpstr>
      <vt:lpstr>Brush Script Std</vt:lpstr>
      <vt:lpstr>宋体</vt:lpstr>
      <vt:lpstr>微软雅黑</vt:lpstr>
      <vt:lpstr>獅尾XD珍珠SC-Medium</vt:lpstr>
      <vt:lpstr>思源黑体 CN Bold</vt:lpstr>
      <vt:lpstr>汉仪书宋二KW</vt:lpstr>
      <vt:lpstr>微软雅黑</vt:lpstr>
      <vt:lpstr>汉仪旗黑</vt:lpstr>
      <vt:lpstr>Arial Unicode MS</vt:lpstr>
      <vt:lpstr>Calibri</vt:lpstr>
      <vt:lpstr>Bahnschrift SemiLight</vt:lpstr>
      <vt:lpstr>Arial</vt:lpstr>
      <vt:lpstr>Noto Sans SC</vt:lpstr>
      <vt:lpstr>冬青黑体简体中文</vt:lpstr>
      <vt:lpstr>汉仪中黑KW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耶！</cp:lastModifiedBy>
  <cp:revision>1</cp:revision>
  <dcterms:created xsi:type="dcterms:W3CDTF">2026-10-27T05:40:53Z</dcterms:created>
  <dcterms:modified xsi:type="dcterms:W3CDTF">2026-10-27T05:40:53Z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2052-6.10.1.8873</vt:lpwstr>
  </property>
  <property fmtid="{D5CDD505-2E9C-101B-9397-08002B2CF9AE}" pid="3" name="ICV">
    <vt:lpwstr>598914B2BE92434590851C60A5A245B9_13</vt:lpwstr>
  </property>
</Properties>
</file>