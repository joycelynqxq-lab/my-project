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标题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74980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副标题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84632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组长 / 组员 / 课程 / 日期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页面标题：一句话结论</a:t>
            </a:r>
            <a:endParaRPr lang="en-US" sz="3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如：价值网络</a:t>
            </a:r>
            <a:endParaRPr lang="en-US" sz="1200" dirty="0"/>
          </a:p>
        </p:txBody>
      </p:sp>
      <p:sp>
        <p:nvSpPr>
          <p:cNvPr id="8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n=12；门店观察 3 店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方案页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美枣王 · 3秒首购计划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15400" y="530352"/>
            <a:ext cx="566928" cy="310896"/>
          </a:xfrm>
          <a:prstGeom prst="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/>
          <p:nvPr/>
        </p:nvSpPr>
        <p:spPr>
          <a:xfrm>
            <a:off x="8915400" y="530352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理论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90372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来源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035040" cy="4846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1280160"/>
            <a:ext cx="4782312" cy="4846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做什么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调研证据</a:t>
            </a:r>
            <a:endParaRPr lang="en-US" sz="16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分方案标题</a:t>
            </a:r>
            <a:endParaRPr lang="en-US" sz="3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如：模块化</a:t>
            </a:r>
            <a:endParaRPr lang="en-US" sz="1200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22960" y="1965960"/>
            <a:ext cx="54864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具体动作（3-4 条）</a:t>
            </a:r>
            <a:endParaRPr lang="en-US" sz="1600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7132320" y="1965960"/>
            <a:ext cx="425196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对应调研数据 / 受访者原话</a:t>
            </a:r>
            <a:endParaRPr lang="en-US" sz="1600" dirty="0"/>
          </a:p>
        </p:txBody>
      </p:sp>
      <p:sp>
        <p:nvSpPr>
          <p:cNvPr id="14" name="Text 8"/>
          <p:cNvSpPr/>
          <p:nvPr>
            <p:ph idx="112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如：面访 n=12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母版使用说明（正式稿删掉本页）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理论名写这里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证据来源写这里，如：面访 n=12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7A1426"/>
          </a:solidFill>
          <a:ln w="6350">
            <a:solidFill>
              <a:srgbClr val="6E62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37160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枣红 主色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#7A1426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标题、深色块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3716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B3203A"/>
          </a:solidFill>
          <a:ln w="6350">
            <a:solidFill>
              <a:srgbClr val="6E62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37160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亮枣红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#B3203A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理论角标、重点数字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FB61E"/>
          </a:solidFill>
          <a:ln w="6350">
            <a:solidFill>
              <a:srgbClr val="6E62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37160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活力黄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#FFB61E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深色块上的强调字、箭头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F7D68"/>
          </a:solidFill>
          <a:ln w="6350">
            <a:solidFill>
              <a:srgbClr val="6E62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2560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枣叶绿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#2F7D68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“好/能”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5603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F5EEF0"/>
          </a:solidFill>
          <a:ln w="6350">
            <a:solidFill>
              <a:srgbClr val="6E62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560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浅枣粉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#F5EEF0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卡片底色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56032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6E6266"/>
          </a:solidFill>
          <a:ln w="6350">
            <a:solidFill>
              <a:srgbClr val="6E62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25603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中灰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#6E6266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注释、来源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371600"/>
            <a:ext cx="523951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字体：微软雅黑（全套统一）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字号：页标题 30 加粗｜卡片小标题 16-18 加粗｜正文 14-16｜注释 10-12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新建页面：开始 → 新建幻灯片 → 选「内容页」或「方案页」版式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右上角「理论」、右下角「来源」是版式自带占位符，每页都填，没用理论就写本页主题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没拿到的数据写成【待填：……】并用黄色底高亮，统稿前全部替换，不要编数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页码由母版自动生成，合并后会自动连续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封面 / 封底版式（制作 4 做 P17 用）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204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谢谢老师 + 一句 slogan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8463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欢迎提问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内容页示例：标题写一句结论</a:t>
            </a:r>
            <a:endParaRPr lang="en-US" sz="3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价值链</a:t>
            </a:r>
            <a:endParaRPr lang="en-US" sz="1200" dirty="0"/>
          </a:p>
        </p:txBody>
      </p:sp>
      <p:sp>
        <p:nvSpPr>
          <p:cNvPr id="4" name="Text 4"/>
          <p:cNvSpPr/>
          <p:nvPr>
            <p:ph idx="106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面访 n=【】；门店观察【】店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1672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内容区：x 0.6～12.73 英寸，y 1.45～6.75 英寸。卡片用浅枣粉圆角矩形，间距 0.35 英寸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产品尝鲜化：一口就能试</a:t>
            </a:r>
            <a:endParaRPr lang="en-US" sz="3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9555480" y="4754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模块化</a:t>
            </a:r>
            <a:endParaRPr lang="en-US" sz="12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822960" y="196596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具体动作 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具体动作 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具体动作 3</a:t>
            </a:r>
            <a:endParaRPr lang="en-US" sz="1600" dirty="0"/>
          </a:p>
        </p:txBody>
      </p:sp>
      <p:sp>
        <p:nvSpPr>
          <p:cNvPr id="5" name="Text 8"/>
          <p:cNvSpPr/>
          <p:nvPr>
            <p:ph idx="111" type="body" hasCustomPrompt="1"/>
          </p:nvPr>
        </p:nvSpPr>
        <p:spPr>
          <a:xfrm>
            <a:off x="7132320" y="1965960"/>
            <a:ext cx="4251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P7 “一包太大不敢试” 【待填数据】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丁其磊老师：“安全第一、口感第二”</a:t>
            </a:r>
            <a:endParaRPr lang="en-US" sz="1600" dirty="0"/>
          </a:p>
        </p:txBody>
      </p:sp>
      <p:sp>
        <p:nvSpPr>
          <p:cNvPr id="6" name="Text 8"/>
          <p:cNvSpPr/>
          <p:nvPr>
            <p:ph idx="112" type="body" hasCustomPrompt="1"/>
          </p:nvPr>
        </p:nvSpPr>
        <p:spPr>
          <a:xfrm>
            <a:off x="7360920" y="6336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面访 n=【】；企业导师访谈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izaoWang 3s">
  <a:themeElements>
    <a:clrScheme name="MeizaoWang 3s">
      <a:dk1>
        <a:srgbClr val="2A1A1D"/>
      </a:dk1>
      <a:lt1>
        <a:srgbClr val="FFFFFF"/>
      </a:lt1>
      <a:dk2>
        <a:srgbClr val="7A1426"/>
      </a:dk2>
      <a:lt2>
        <a:srgbClr val="F5EEF0"/>
      </a:lt2>
      <a:accent1>
        <a:srgbClr val="B3203A"/>
      </a:accent1>
      <a:accent2>
        <a:srgbClr val="FFB61E"/>
      </a:accent2>
      <a:accent3>
        <a:srgbClr val="2F7D68"/>
      </a:accent3>
      <a:accent4>
        <a:srgbClr val="6E6266"/>
      </a:accent4>
      <a:accent5>
        <a:srgbClr val="F7D9DE"/>
      </a:accent5>
      <a:accent6>
        <a:srgbClr val="DCEFE8"/>
      </a:accent6>
      <a:hlink>
        <a:srgbClr val="B3203A"/>
      </a:hlink>
      <a:folHlink>
        <a:srgbClr val="7A1426"/>
      </a:folHlink>
    </a:clrScheme>
    <a:fontScheme name="MeizaoWang 3s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3秒首购：美枣王首购率方案</dc:title>
  <dc:subject>数智商业创新 小组作业</dc:subject>
  <dc:creator>PptxGenJS</dc:creator>
  <cp:lastModifiedBy>PptxGenJS</cp:lastModifiedBy>
  <cp:revision>1</cp:revision>
  <dcterms:created xsi:type="dcterms:W3CDTF">2026-10-26T06:25:30Z</dcterms:created>
  <dcterms:modified xsi:type="dcterms:W3CDTF">2026-10-26T06:25:30Z</dcterms:modified>
</cp:coreProperties>
</file>