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&#23553;&#38754;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&#20998;&#38548;&#39029;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E1416">
              <a:alpha val="65000"/>
            </a:srgbClr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主标题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291840"/>
            <a:ext cx="58521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副标题：核心问题</a:t>
            </a:r>
            <a:endParaRPr lang="en-US" sz="1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40080" y="507492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课程 / 组长 / 组员 / 日期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分隔页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E141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68880"/>
            <a:ext cx="6949440" cy="2377440"/>
          </a:xfrm>
          <a:prstGeom prst="rect">
            <a:avLst/>
          </a:prstGeom>
          <a:solidFill>
            <a:schemeClr val="tx2">
              <a:alpha val="88000"/>
            </a:schemeClr>
          </a:solidFill>
          <a:ln/>
        </p:spPr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PART 01</a:t>
            </a:r>
            <a:endParaRPr lang="en-US" sz="54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章节标题</a:t>
            </a:r>
            <a:endParaRPr lang="en-US" sz="48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一句话说明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6400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美枣王 · 一口尝鲜，一路复购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页标题：写成一句结论</a:t>
            </a: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理论：如 PEST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来源：如 联商网，2026.7；同龄人访谈，n=15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母版规范（正式稿删掉本页）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理论：本页用到的理论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来源：联商网，2026.7；同龄人访谈，n=15；丁其磊访谈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7A1426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3258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枣红 主色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#7A1426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标题、深色块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B3203A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3258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亮枣红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#B3203A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大数字、角标、强调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3258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AF6F0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3258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米白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#FAF6F0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页面背景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25880" y="2423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白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#FFFFFF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卡片底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24231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3A3536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2423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深灰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#3A3536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正文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24231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8A8083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423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中灰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#8A8083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注释、来源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325880"/>
            <a:ext cx="5285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字体：全套微软雅黑（一种黑体），不要混用宋体、楷体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字号：标题 30 加粗；正文 14–16；注释 10–12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标题写成一句结论；正文不超过 80 字，能画图就不写段落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新建页：开始 → 新建幻灯片 → 选「内容页」；右上「理论」、右下「来源」是版式自带的框，每页都填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证据放在它支撑的观点旁边，不做单独的数据页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页码自动生成；卡片用白底圆角 + 浅灰细边，深色结论条用枣红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示例：标题写结论，比如“附近门店接住流量”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9144000" y="4572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理论：价值共创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572000" y="6382512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来源：门店走访；丁其磊访谈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 w="9525">
            <a:solidFill>
              <a:srgbClr val="D9CB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内容区：x 0.6～12.73 英寸，y 1.4～6.8 英寸；卡片间距 0.25 英寸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40080" y="10972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PART 0X</a:t>
            </a:r>
            <a:endParaRPr lang="en-US" sz="54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640080" y="26974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分隔页版式</a:t>
            </a:r>
            <a:endParaRPr lang="en-US" sz="48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English subtitle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izaoWang v4">
  <a:themeElements>
    <a:clrScheme name="MeizaoWang v4">
      <a:dk1>
        <a:srgbClr val="3A3536"/>
      </a:dk1>
      <a:lt1>
        <a:srgbClr val="FFFFFF"/>
      </a:lt1>
      <a:dk2>
        <a:srgbClr val="7A1426"/>
      </a:dk2>
      <a:lt2>
        <a:srgbClr val="FAF6F0"/>
      </a:lt2>
      <a:accent1>
        <a:srgbClr val="B3203A"/>
      </a:accent1>
      <a:accent2>
        <a:srgbClr val="F2E6DC"/>
      </a:accent2>
      <a:accent3>
        <a:srgbClr val="8A8083"/>
      </a:accent3>
      <a:accent4>
        <a:srgbClr val="D9CBC4"/>
      </a:accent4>
      <a:accent5>
        <a:srgbClr val="F6DADE"/>
      </a:accent5>
      <a:accent6>
        <a:srgbClr val="5A5255"/>
      </a:accent6>
      <a:hlink>
        <a:srgbClr val="B3203A"/>
      </a:hlink>
      <a:folHlink>
        <a:srgbClr val="7A1426"/>
      </a:folHlink>
    </a:clrScheme>
    <a:fontScheme name="MeizaoWang v4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一口尝鲜，一路复购</dc:title>
  <dc:subject>数智商业模式创新 小组汇报</dc:subject>
  <dc:creator>PptxGenJS</dc:creator>
  <cp:lastModifiedBy>PptxGenJS</cp:lastModifiedBy>
  <cp:revision>1</cp:revision>
  <dcterms:created xsi:type="dcterms:W3CDTF">2026-10-28T09:35:14Z</dcterms:created>
  <dcterms:modified xsi:type="dcterms:W3CDTF">2026-10-28T09:35:14Z</dcterms:modified>
</cp:coreProperties>
</file>