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3" r:id="rId4"/>
    <p:sldMasterId id="2147483704" r:id="rId5"/>
    <p:sldMasterId id="2147483705" r:id="rId6"/>
  </p:sldMasterIdLst>
  <p:notesMasterIdLst>
    <p:notesMasterId r:id="rId7"/>
  </p:notesMasterIdLst>
  <p:sldIdLst>
    <p:sldId id="256" r:id="rId54"/>
    <p:sldId id="257" r:id="rId55"/>
    <p:sldId id="258" r:id="rId56"/>
    <p:sldId id="259" r:id="rId57"/>
    <p:sldId id="260" r:id="rId58"/>
    <p:sldId id="261" r:id="rId59"/>
    <p:sldId id="262" r:id="rId60"/>
    <p:sldId id="263" r:id="rId61"/>
    <p:sldId id="264" r:id="rId62"/>
    <p:sldId id="265" r:id="rId63"/>
    <p:sldId id="266" r:id="rId64"/>
    <p:sldId id="267" r:id="rId65"/>
    <p:sldId id="268" r:id="rId66"/>
    <p:sldId id="269" r:id="rId67"/>
    <p:sldId id="270" r:id="rId68"/>
  </p:sldIdLst>
  <p:sldSz cy="5143500" cx="9144000"/>
  <p:notesSz cx="6858000" cy="9144000"/>
  <p:embeddedFontLst>
    <p:embeddedFont>
      <p:font typeface="Proxima Nova"/>
      <p:regular r:id="rId105"/>
      <p:bold r:id="rId106"/>
      <p:italic r:id="rId107"/>
      <p:boldItalic r:id="rId108"/>
    </p:embeddedFont>
    <p:embeddedFont>
      <p:font typeface="Roboto Medium"/>
      <p:regular r:id="rId109"/>
      <p:bold r:id="rId110"/>
      <p:italic r:id="rId111"/>
      <p:boldItalic r:id="rId112"/>
    </p:embeddedFont>
    <p:embeddedFont>
      <p:font typeface="Merriweather Light"/>
      <p:regular r:id="rId113"/>
      <p:bold r:id="rId114"/>
      <p:italic r:id="rId115"/>
      <p:boldItalic r:id="rId116"/>
    </p:embeddedFont>
    <p:embeddedFont>
      <p:font typeface="Vidaloka"/>
      <p:regular r:id="rId117"/>
    </p:embeddedFont>
    <p:embeddedFont>
      <p:font typeface="Proxima Nova Semibold"/>
      <p:regular r:id="rId118"/>
      <p:bold r:id="rId119"/>
      <p:boldItalic r:id="rId120"/>
    </p:embeddedFont>
    <p:embeddedFont>
      <p:font typeface="Amatic SC"/>
      <p:regular r:id="rId121"/>
      <p:bold r:id="rId122"/>
    </p:embeddedFont>
    <p:embeddedFont>
      <p:font typeface="Montserrat"/>
      <p:regular r:id="rId123"/>
      <p:bold r:id="rId124"/>
      <p:italic r:id="rId125"/>
      <p:boldItalic r:id="rId126"/>
    </p:embeddedFont>
    <p:embeddedFont>
      <p:font typeface="Lato"/>
      <p:regular r:id="rId127"/>
      <p:bold r:id="rId128"/>
      <p:italic r:id="rId129"/>
      <p:boldItalic r:id="rId130"/>
    </p:embeddedFont>
    <p:embeddedFont>
      <p:font typeface="Open Sans SemiBold"/>
      <p:regular r:id="rId131"/>
      <p:bold r:id="rId132"/>
      <p:italic r:id="rId133"/>
      <p:boldItalic r:id="rId134"/>
    </p:embeddedFont>
    <p:embeddedFont>
      <p:font typeface="Russo One"/>
      <p:regular r:id="rId135"/>
    </p:embeddedFont>
    <p:embeddedFont>
      <p:font typeface="Mako"/>
      <p:regular r:id="rId136"/>
    </p:embeddedFont>
    <p:embeddedFont>
      <p:font typeface="Oswald"/>
      <p:regular r:id="rId137"/>
      <p:bold r:id="rId138"/>
    </p:embeddedFont>
    <p:embeddedFont>
      <p:font typeface="PT Sans"/>
      <p:regular r:id="rId139"/>
      <p:bold r:id="rId140"/>
      <p:italic r:id="rId141"/>
      <p:boldItalic r:id="rId142"/>
    </p:embeddedFont>
    <p:embeddedFont>
      <p:font typeface="Crimson Text"/>
      <p:regular r:id="rId143"/>
      <p:bold r:id="rId144"/>
      <p:italic r:id="rId145"/>
      <p:boldItalic r:id="rId146"/>
    </p:embeddedFont>
    <p:embeddedFont>
      <p:font typeface="Open Sans"/>
      <p:regular r:id="rId147"/>
      <p:bold r:id="rId148"/>
      <p:italic r:id="rId149"/>
      <p:boldItalic r:id="rId15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CC6D31C-140A-4F6F-ABA6-7ED6DB99A718}">
  <a:tblStyle styleId="{3CC6D31C-140A-4F6F-ABA6-7ED6DB99A71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54" Type="http://schemas.openxmlformats.org/officeDocument/2006/relationships/slide" Target="slides/slide1.xml"/><Relationship Id="rId55" Type="http://schemas.openxmlformats.org/officeDocument/2006/relationships/slide" Target="slides/slide2.xml"/><Relationship Id="rId56" Type="http://schemas.openxmlformats.org/officeDocument/2006/relationships/slide" Target="slides/slide3.xml"/><Relationship Id="rId57" Type="http://schemas.openxmlformats.org/officeDocument/2006/relationships/slide" Target="slides/slide4.xml"/><Relationship Id="rId58" Type="http://schemas.openxmlformats.org/officeDocument/2006/relationships/slide" Target="slides/slide5.xml"/><Relationship Id="rId59" Type="http://schemas.openxmlformats.org/officeDocument/2006/relationships/slide" Target="slides/slide6.xml"/><Relationship Id="rId60" Type="http://schemas.openxmlformats.org/officeDocument/2006/relationships/slide" Target="slides/slide7.xml"/><Relationship Id="rId61" Type="http://schemas.openxmlformats.org/officeDocument/2006/relationships/slide" Target="slides/slide8.xml"/><Relationship Id="rId62" Type="http://schemas.openxmlformats.org/officeDocument/2006/relationships/slide" Target="slides/slide9.xml"/><Relationship Id="rId63" Type="http://schemas.openxmlformats.org/officeDocument/2006/relationships/slide" Target="slides/slide10.xml"/><Relationship Id="rId64" Type="http://schemas.openxmlformats.org/officeDocument/2006/relationships/slide" Target="slides/slide11.xml"/><Relationship Id="rId65" Type="http://schemas.openxmlformats.org/officeDocument/2006/relationships/slide" Target="slides/slide12.xml"/><Relationship Id="rId66" Type="http://schemas.openxmlformats.org/officeDocument/2006/relationships/slide" Target="slides/slide13.xml"/><Relationship Id="rId67" Type="http://schemas.openxmlformats.org/officeDocument/2006/relationships/slide" Target="slides/slide14.xml"/><Relationship Id="rId68" Type="http://schemas.openxmlformats.org/officeDocument/2006/relationships/slide" Target="slides/slide15.xml"/><Relationship Id="rId105" Type="http://schemas.openxmlformats.org/officeDocument/2006/relationships/font" Target="fonts/ProximaNova-regular.fntdata"/><Relationship Id="rId106" Type="http://schemas.openxmlformats.org/officeDocument/2006/relationships/font" Target="fonts/ProximaNova-bold.fntdata"/><Relationship Id="rId107" Type="http://schemas.openxmlformats.org/officeDocument/2006/relationships/font" Target="fonts/ProximaNova-italic.fntdata"/><Relationship Id="rId108" Type="http://schemas.openxmlformats.org/officeDocument/2006/relationships/font" Target="fonts/ProximaNova-boldItalic.fntdata"/><Relationship Id="rId109" Type="http://schemas.openxmlformats.org/officeDocument/2006/relationships/font" Target="fonts/RobotoMedium-regular.fntdata"/><Relationship Id="rId110" Type="http://schemas.openxmlformats.org/officeDocument/2006/relationships/font" Target="fonts/RobotoMedium-bold.fntdata"/><Relationship Id="rId111" Type="http://schemas.openxmlformats.org/officeDocument/2006/relationships/font" Target="fonts/RobotoMedium-italic.fntdata"/><Relationship Id="rId112" Type="http://schemas.openxmlformats.org/officeDocument/2006/relationships/font" Target="fonts/RobotoMedium-boldItalic.fntdata"/><Relationship Id="rId113" Type="http://schemas.openxmlformats.org/officeDocument/2006/relationships/font" Target="fonts/MerriweatherLight-regular.fntdata"/><Relationship Id="rId114" Type="http://schemas.openxmlformats.org/officeDocument/2006/relationships/font" Target="fonts/MerriweatherLight-bold.fntdata"/><Relationship Id="rId115" Type="http://schemas.openxmlformats.org/officeDocument/2006/relationships/font" Target="fonts/MerriweatherLight-italic.fntdata"/><Relationship Id="rId116" Type="http://schemas.openxmlformats.org/officeDocument/2006/relationships/font" Target="fonts/MerriweatherLight-boldItalic.fntdata"/><Relationship Id="rId117" Type="http://schemas.openxmlformats.org/officeDocument/2006/relationships/font" Target="fonts/Vidaloka-regular.fntdata"/><Relationship Id="rId118" Type="http://schemas.openxmlformats.org/officeDocument/2006/relationships/font" Target="fonts/ProximaNovaSemibold-regular.fntdata"/><Relationship Id="rId119" Type="http://schemas.openxmlformats.org/officeDocument/2006/relationships/font" Target="fonts/ProximaNovaSemibold-bold.fntdata"/><Relationship Id="rId120" Type="http://schemas.openxmlformats.org/officeDocument/2006/relationships/font" Target="fonts/ProximaNovaSemibold-boldItalic.fntdata"/><Relationship Id="rId121" Type="http://schemas.openxmlformats.org/officeDocument/2006/relationships/font" Target="fonts/AmaticSC-regular.fntdata"/><Relationship Id="rId122" Type="http://schemas.openxmlformats.org/officeDocument/2006/relationships/font" Target="fonts/AmaticSC-bold.fntdata"/><Relationship Id="rId123" Type="http://schemas.openxmlformats.org/officeDocument/2006/relationships/font" Target="fonts/Montserrat-regular.fntdata"/><Relationship Id="rId124" Type="http://schemas.openxmlformats.org/officeDocument/2006/relationships/font" Target="fonts/Montserrat-bold.fntdata"/><Relationship Id="rId125" Type="http://schemas.openxmlformats.org/officeDocument/2006/relationships/font" Target="fonts/Montserrat-italic.fntdata"/><Relationship Id="rId126" Type="http://schemas.openxmlformats.org/officeDocument/2006/relationships/font" Target="fonts/Montserrat-boldItalic.fntdata"/><Relationship Id="rId127" Type="http://schemas.openxmlformats.org/officeDocument/2006/relationships/font" Target="fonts/Lato-regular.fntdata"/><Relationship Id="rId128" Type="http://schemas.openxmlformats.org/officeDocument/2006/relationships/font" Target="fonts/Lato-bold.fntdata"/><Relationship Id="rId129" Type="http://schemas.openxmlformats.org/officeDocument/2006/relationships/font" Target="fonts/Lato-italic.fntdata"/><Relationship Id="rId130" Type="http://schemas.openxmlformats.org/officeDocument/2006/relationships/font" Target="fonts/Lato-boldItalic.fntdata"/><Relationship Id="rId131" Type="http://schemas.openxmlformats.org/officeDocument/2006/relationships/font" Target="fonts/OpenSansSemiBold-regular.fntdata"/><Relationship Id="rId132" Type="http://schemas.openxmlformats.org/officeDocument/2006/relationships/font" Target="fonts/OpenSansSemiBold-bold.fntdata"/><Relationship Id="rId133" Type="http://schemas.openxmlformats.org/officeDocument/2006/relationships/font" Target="fonts/OpenSansSemiBold-italic.fntdata"/><Relationship Id="rId134" Type="http://schemas.openxmlformats.org/officeDocument/2006/relationships/font" Target="fonts/OpenSansSemiBold-boldItalic.fntdata"/><Relationship Id="rId135" Type="http://schemas.openxmlformats.org/officeDocument/2006/relationships/font" Target="fonts/RussoOne-regular.fntdata"/><Relationship Id="rId136" Type="http://schemas.openxmlformats.org/officeDocument/2006/relationships/font" Target="fonts/Mako-regular.fntdata"/><Relationship Id="rId137" Type="http://schemas.openxmlformats.org/officeDocument/2006/relationships/font" Target="fonts/Oswald-regular.fntdata"/><Relationship Id="rId138" Type="http://schemas.openxmlformats.org/officeDocument/2006/relationships/font" Target="fonts/Oswald-bold.fntdata"/><Relationship Id="rId139" Type="http://schemas.openxmlformats.org/officeDocument/2006/relationships/font" Target="fonts/PTSans-regular.fntdata"/><Relationship Id="rId140" Type="http://schemas.openxmlformats.org/officeDocument/2006/relationships/font" Target="fonts/PTSans-bold.fntdata"/><Relationship Id="rId141" Type="http://schemas.openxmlformats.org/officeDocument/2006/relationships/font" Target="fonts/PTSans-italic.fntdata"/><Relationship Id="rId142" Type="http://schemas.openxmlformats.org/officeDocument/2006/relationships/font" Target="fonts/PTSans-boldItalic.fntdata"/><Relationship Id="rId143" Type="http://schemas.openxmlformats.org/officeDocument/2006/relationships/font" Target="fonts/CrimsonText-regular.fntdata"/><Relationship Id="rId144" Type="http://schemas.openxmlformats.org/officeDocument/2006/relationships/font" Target="fonts/CrimsonText-bold.fntdata"/><Relationship Id="rId145" Type="http://schemas.openxmlformats.org/officeDocument/2006/relationships/font" Target="fonts/CrimsonText-italic.fntdata"/><Relationship Id="rId146" Type="http://schemas.openxmlformats.org/officeDocument/2006/relationships/font" Target="fonts/CrimsonText-boldItalic.fntdata"/><Relationship Id="rId147" Type="http://schemas.openxmlformats.org/officeDocument/2006/relationships/font" Target="fonts/OpenSans-regular.fntdata"/><Relationship Id="rId148" Type="http://schemas.openxmlformats.org/officeDocument/2006/relationships/font" Target="fonts/OpenSans-bold.fntdata"/><Relationship Id="rId149" Type="http://schemas.openxmlformats.org/officeDocument/2006/relationships/font" Target="fonts/OpenSans-italic.fntdata"/><Relationship Id="rId150"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My classmate has explained the three questions clearly. In the English part, I won't repeat those answers. Instead, I'll first summarise the case, then pull out the core problem behind it, and finally dig deeper — with comparative law, legal history, real data and litigation practice. But I'll always come back to Sanyou.</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Let's start with the case text itself, because the words already carry the legal issues. "Contributed" and "invested" describe a capital contribution — the price paid for shares. In common-law terms, which we met in class, it is the consideration for the shares. "Valued at" raises a question: who checked that price? "Co., Ltd." is not decoration. As our notes on business names say, the organisational form in a company's name tells the public how its owners are liable. "Owed a supplier" tells us the creditor is a voluntary, contractual creditor — that will matter later. And when B and C say the assets "already belong to the company", they are relying on the company's separate property, while the supplier is trying to cross that line.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one breath, here is what the Chinese part established. Three forms of contribution: cash, intellectual property and property in kind. Once contributed, the patent and equipment belong to the company, which pays first with all of its assets. And generally, the supplier cannot reach the shareholders' personal assets, because their liability is capped at their subscribed capital. But this short answer hides harder questions.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 what is the core of the problem? Limited liability shifts business risk from shareholders to creditors. If Sanyou cannot pay, the supplier — not A, B or C — absorbs the loss. The law accepts this, but only under certain conditions. So the real question is: under what conditions is that shift fair? I'll test four conditions, each through the facts of Sanyou: the quality of capital, the reality of capital, the creditor's side, and the breaking point.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Condition one: the quality of capital. On paper, the three contributions add up to 600,000 yuan. But not all yuan are equal. A's cash is certain. B's patent and C's equipment carry hidden risks. A patent can be declared invalid — and under Article 47 of the Patent Law, an invalid patent is treated as if it never existed. Its term also keeps running down, and it may already be licensed to others. Equipment depreciates, the seller may still own it, or it may be mortgaged — and mortgaged property cannot be contributed at all.</a:t>
            </a:r>
          </a:p>
          <a:p/>
          <a:p>
            <a:r>
              <a:t>So who bears these risks? If the asset was overvalued at the time of contribution, B must make up the gap, and A and C are jointly liable within it. If it simply lost value later because of the market, no one has to top it up. The hard case is a patent invalidated after contribution: since the defect existed from day one, there is a strong argument that B never properly contributed.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checks the price? Other legal systems answer very differently. In common law, shares must be paid for in "money or money's worth" — the consideration idea from our notes. For a private UK company, courts will not question whether the price is adequate unless there is fraud: that is Re Wragg, from 1897. Only public companies need an independent valuation, in the UK and across the EU. In Delaware, the directors' judgment of value is final unless there is actual fraud. China is the strictest: every company must value non-cash contributions, and the founders guarantee each other.</a:t>
            </a:r>
          </a:p>
          <a:p/>
          <a:p>
            <a:r>
              <a:t>Back to Sanyou: in the UK or Delaware, B's 200,000-yuan valuation would most likely stand. In China, a creditor can challenge it years later — and even A, who paid in cash, could be on the hook.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Condition two: the reality of capital. Whether A, B and C still owe anything depends on when Sanyou was formed, because China's capital rules have swung like a pendulum. In 1993, capital had to be fully paid before registration, with a minimum of 100,000 to 500,000 yuan. In 2005, the minimum fell to 30,000, with 20 percent paid upfront. In 2013, the law moved to full subscription: no minimum and no deadline. That led to "paper capital" — companies promising huge amounts, payable in 50 or even 100 years. In 2019, the Ninth Minutes allowed early payment only in narrow cases. The 2023 law swung back: capital must be paid within five years, creditors can demand early payment, and existing companies must adjust by June 2027.</a:t>
            </a:r>
          </a:p>
          <a:p/>
          <a:p>
            <a:r>
              <a:t>For Sanyou: if it was formed after July 2024, all capital is due within five years. This links to the legal capital and authorised capital systems in our notes.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Condition three looks at the creditor's side — first in practice. If I were the supplier's lawyer, this is my plan. Step one: sue Sanyou and get a judgment. Step two: enforce it against the company's assets, including the patent and equipment. Step three: if that is not enough, add the shareholders who have not paid as judgment debtors, or sue them for the unpaid amount. Step four: if their payment deadline has not arrived, demand early payment under Article 54. Step five: only if there is abuse, ask the court to pierce the veil.</a:t>
            </a:r>
          </a:p>
          <a:p/>
          <a:p>
            <a:r>
              <a:t>Two details. Shareholders cannot escape by saying the claim is out of time. And there is an open debate: under Article 54, does the early payment go into the company for all creditors, or straight to the creditor who sued?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But why should the supplier bear the loss at all? Easterbrook and Fischel's classic answer: limited liability encourages investment and lets investors diversify. Hansmann and Kraakman add an important point: this is fair for voluntary creditors who can bargain, but hard to justify for victims of accidents, who never chose the company.</a:t>
            </a:r>
          </a:p>
          <a:p/>
          <a:p>
            <a:r>
              <a:t>Our supplier is a voluntary creditor. It could have protected itself. Under Article 40, every company must publish its shareholders' subscribed and paid-in capital online. The supplier could have asked A, B and C for a personal guarantee, or kept ownership of its goods until paid. In short: the law protects creditors who protect themselves. This reflects the balance in our notes between fast transactions and safe transactions.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Condition four: when does the line break? Chinese courts pierce the corporate veil more readily than Western courts. Professor Huang Hui's empirical study found China's piercing rate well above foreign rates — especially for small, closely held companies like Sanyou. A 2025 study by Cheng found that after the 2023 revision, first-instance courts more than doubled their piercing rate in sister-company cases: from about 18 to about 46 percent. English courts, by contrast, pierce only to stop evasion, as a last resort.</a:t>
            </a:r>
          </a:p>
          <a:p/>
          <a:p>
            <a:r>
              <a:t>On the current facts, Sanyou would not be pierced. But three twists would change that. If A bought out B and C, Sanyou would become a one-shareholder company, and A would have to prove its assets are separate. If Sanyou paid A's personal bills, that is mixing of assets. And if A's other company took over Sanyou's business, the new sister-company rule would apply.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 back to our core question: when is it fair for the supplier to bear the loss? Our answer: only when Sanyou's capital is real — fairly valued, actually transferred and paid on time — and when the company is truly separate from its owners. If those conditions fail, the line moves toward A, B and C: a limited distance for capital defects, and without limit for abuse.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close: limited liability is a privilege, not a shield for abuse. It holds only as long as the capital is real and the company is truly separate.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Finally, here is how our team divided the work. [Read the names and tasks in the table.]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for listening. We're happy to take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slidesgo.com/" TargetMode="External"/><Relationship Id="rId3" Type="http://schemas.openxmlformats.org/officeDocument/2006/relationships/hyperlink" Target="https://www.flaticon.com/" TargetMode="External"/><Relationship Id="rId4" Type="http://schemas.openxmlformats.org/officeDocument/2006/relationships/hyperlink" Target="https://www.freepik.com/" TargetMode="Externa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1039975" y="1248300"/>
            <a:ext cx="7064100" cy="2052600"/>
          </a:xfrm>
          <a:prstGeom prst="rect">
            <a:avLst/>
          </a:prstGeom>
        </p:spPr>
        <p:txBody>
          <a:bodyPr anchorCtr="0" anchor="t" bIns="91425" lIns="91425" spcFirstLastPara="1" rIns="91425" wrap="square" tIns="91425">
            <a:noAutofit/>
          </a:bodyPr>
          <a:lstStyle>
            <a:lvl1pPr lvl="0" algn="ctr">
              <a:spcBef>
                <a:spcPts val="0"/>
              </a:spcBef>
              <a:spcAft>
                <a:spcPts val="0"/>
              </a:spcAft>
              <a:buSzPts val="5200"/>
              <a:buNone/>
              <a:defRPr sz="6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0" name="Google Shape;10;p2"/>
          <p:cNvSpPr txBox="1"/>
          <p:nvPr>
            <p:ph idx="1" type="subTitle"/>
          </p:nvPr>
        </p:nvSpPr>
        <p:spPr>
          <a:xfrm>
            <a:off x="1040000" y="3300900"/>
            <a:ext cx="7064100" cy="4419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16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cxnSp>
        <p:nvCxnSpPr>
          <p:cNvPr id="11" name="Google Shape;11;p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 name="Google Shape;12;p2"/>
          <p:cNvCxnSpPr/>
          <p:nvPr/>
        </p:nvCxnSpPr>
        <p:spPr>
          <a:xfrm flipH="1">
            <a:off x="-257975" y="-72550"/>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3" name="Google Shape;13;p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4" name="Google Shape;14;p2"/>
          <p:cNvCxnSpPr/>
          <p:nvPr/>
        </p:nvCxnSpPr>
        <p:spPr>
          <a:xfrm flipH="1">
            <a:off x="6467450" y="3935375"/>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3"/>
          <p:cNvSpPr txBox="1"/>
          <p:nvPr>
            <p:ph type="title"/>
          </p:nvPr>
        </p:nvSpPr>
        <p:spPr>
          <a:xfrm>
            <a:off x="2714550" y="2366272"/>
            <a:ext cx="3714900" cy="818400"/>
          </a:xfrm>
          <a:prstGeom prst="rect">
            <a:avLst/>
          </a:prstGeom>
          <a:noFill/>
        </p:spPr>
        <p:txBody>
          <a:bodyPr anchorCtr="0" anchor="t" bIns="91425" lIns="91425" spcFirstLastPara="1" rIns="91425" wrap="square" tIns="91425">
            <a:noAutofit/>
          </a:bodyPr>
          <a:lstStyle>
            <a:lvl1pPr lvl="0" rtl="0">
              <a:spcBef>
                <a:spcPts val="0"/>
              </a:spcBef>
              <a:spcAft>
                <a:spcPts val="0"/>
              </a:spcAft>
              <a:buClr>
                <a:schemeClr val="accent4"/>
              </a:buClr>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7" name="Google Shape;17;p3"/>
          <p:cNvSpPr txBox="1"/>
          <p:nvPr>
            <p:ph hasCustomPrompt="1" idx="2" type="title"/>
          </p:nvPr>
        </p:nvSpPr>
        <p:spPr>
          <a:xfrm>
            <a:off x="3746550" y="1339163"/>
            <a:ext cx="1650900" cy="978300"/>
          </a:xfrm>
          <a:prstGeom prst="rect">
            <a:avLst/>
          </a:prstGeom>
        </p:spPr>
        <p:txBody>
          <a:bodyPr anchorCtr="0" anchor="t" bIns="91425" lIns="91425" spcFirstLastPara="1" rIns="91425" wrap="square" tIns="91425">
            <a:noAutofit/>
          </a:bodyPr>
          <a:lstStyle>
            <a:lvl1pPr lvl="0" rtl="0">
              <a:spcBef>
                <a:spcPts val="0"/>
              </a:spcBef>
              <a:spcAft>
                <a:spcPts val="0"/>
              </a:spcAft>
              <a:buSzPts val="6000"/>
              <a:buNone/>
              <a:defRPr sz="7000">
                <a:solidFill>
                  <a:schemeClr val="accent1"/>
                </a:solidFill>
              </a:defRPr>
            </a:lvl1pPr>
            <a:lvl2pPr lvl="1" rtl="0" algn="ctr">
              <a:spcBef>
                <a:spcPts val="0"/>
              </a:spcBef>
              <a:spcAft>
                <a:spcPts val="0"/>
              </a:spcAft>
              <a:buSzPts val="6000"/>
              <a:buNone/>
              <a:defRPr b="1" sz="6000"/>
            </a:lvl2pPr>
            <a:lvl3pPr lvl="2" rtl="0" algn="ctr">
              <a:spcBef>
                <a:spcPts val="0"/>
              </a:spcBef>
              <a:spcAft>
                <a:spcPts val="0"/>
              </a:spcAft>
              <a:buSzPts val="6000"/>
              <a:buNone/>
              <a:defRPr b="1" sz="6000"/>
            </a:lvl3pPr>
            <a:lvl4pPr lvl="3" rtl="0" algn="ctr">
              <a:spcBef>
                <a:spcPts val="0"/>
              </a:spcBef>
              <a:spcAft>
                <a:spcPts val="0"/>
              </a:spcAft>
              <a:buSzPts val="6000"/>
              <a:buNone/>
              <a:defRPr b="1" sz="6000"/>
            </a:lvl4pPr>
            <a:lvl5pPr lvl="4" rtl="0" algn="ctr">
              <a:spcBef>
                <a:spcPts val="0"/>
              </a:spcBef>
              <a:spcAft>
                <a:spcPts val="0"/>
              </a:spcAft>
              <a:buSzPts val="6000"/>
              <a:buNone/>
              <a:defRPr b="1" sz="6000"/>
            </a:lvl5pPr>
            <a:lvl6pPr lvl="5" rtl="0" algn="ctr">
              <a:spcBef>
                <a:spcPts val="0"/>
              </a:spcBef>
              <a:spcAft>
                <a:spcPts val="0"/>
              </a:spcAft>
              <a:buSzPts val="6000"/>
              <a:buNone/>
              <a:defRPr b="1" sz="6000"/>
            </a:lvl6pPr>
            <a:lvl7pPr lvl="6" rtl="0" algn="ctr">
              <a:spcBef>
                <a:spcPts val="0"/>
              </a:spcBef>
              <a:spcAft>
                <a:spcPts val="0"/>
              </a:spcAft>
              <a:buSzPts val="6000"/>
              <a:buNone/>
              <a:defRPr b="1" sz="6000"/>
            </a:lvl7pPr>
            <a:lvl8pPr lvl="7" rtl="0" algn="ctr">
              <a:spcBef>
                <a:spcPts val="0"/>
              </a:spcBef>
              <a:spcAft>
                <a:spcPts val="0"/>
              </a:spcAft>
              <a:buSzPts val="6000"/>
              <a:buNone/>
              <a:defRPr b="1" sz="6000"/>
            </a:lvl8pPr>
            <a:lvl9pPr lvl="8" rtl="0" algn="ctr">
              <a:spcBef>
                <a:spcPts val="0"/>
              </a:spcBef>
              <a:spcAft>
                <a:spcPts val="0"/>
              </a:spcAft>
              <a:buSzPts val="6000"/>
              <a:buNone/>
              <a:defRPr b="1" sz="6000"/>
            </a:lvl9pPr>
          </a:lstStyle>
          <a:p>
            <a:r>
              <a:t>xx%</a:t>
            </a:r>
          </a:p>
        </p:txBody>
      </p:sp>
      <p:sp>
        <p:nvSpPr>
          <p:cNvPr id="18" name="Google Shape;18;p3"/>
          <p:cNvSpPr txBox="1"/>
          <p:nvPr>
            <p:ph idx="1" type="subTitle"/>
          </p:nvPr>
        </p:nvSpPr>
        <p:spPr>
          <a:xfrm>
            <a:off x="2291400" y="3076675"/>
            <a:ext cx="4561200" cy="393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9" name="Google Shape;19;p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0" name="Google Shape;20;p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 name="Google Shape;21;p3"/>
          <p:cNvCxnSpPr/>
          <p:nvPr/>
        </p:nvCxnSpPr>
        <p:spPr>
          <a:xfrm flipH="1">
            <a:off x="7948925" y="3979775"/>
            <a:ext cx="1378500" cy="12363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 name="Google Shape;22;p3"/>
          <p:cNvCxnSpPr/>
          <p:nvPr/>
        </p:nvCxnSpPr>
        <p:spPr>
          <a:xfrm flipH="1">
            <a:off x="-112875" y="-88700"/>
            <a:ext cx="1418700" cy="1064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p4"/>
          <p:cNvSpPr txBox="1"/>
          <p:nvPr>
            <p:ph type="title"/>
          </p:nvPr>
        </p:nvSpPr>
        <p:spPr>
          <a:xfrm>
            <a:off x="713225" y="445025"/>
            <a:ext cx="47115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5" name="Google Shape;25;p4"/>
          <p:cNvSpPr txBox="1"/>
          <p:nvPr>
            <p:ph idx="1" type="body"/>
          </p:nvPr>
        </p:nvSpPr>
        <p:spPr>
          <a:xfrm>
            <a:off x="713250" y="1272925"/>
            <a:ext cx="7717500" cy="3295800"/>
          </a:xfrm>
          <a:prstGeom prst="rect">
            <a:avLst/>
          </a:prstGeom>
        </p:spPr>
        <p:txBody>
          <a:bodyPr anchorCtr="0" anchor="t" bIns="91425" lIns="91425" spcFirstLastPara="1" rIns="91425" wrap="square" tIns="91425">
            <a:noAutofit/>
          </a:bodyPr>
          <a:lstStyle>
            <a:lvl1pPr indent="-342900" lvl="0" marL="457200">
              <a:lnSpc>
                <a:spcPct val="100000"/>
              </a:lnSpc>
              <a:spcBef>
                <a:spcPts val="0"/>
              </a:spcBef>
              <a:spcAft>
                <a:spcPts val="0"/>
              </a:spcAft>
              <a:buClr>
                <a:schemeClr val="dk1"/>
              </a:buClr>
              <a:buSzPts val="1800"/>
              <a:buFont typeface="Lato"/>
              <a:buChar char="●"/>
              <a:defRPr sz="1100"/>
            </a:lvl1pPr>
            <a:lvl2pPr indent="-317500" lvl="1" marL="914400">
              <a:spcBef>
                <a:spcPts val="0"/>
              </a:spcBef>
              <a:spcAft>
                <a:spcPts val="0"/>
              </a:spcAft>
              <a:buClr>
                <a:schemeClr val="dk1"/>
              </a:buClr>
              <a:buSzPts val="1400"/>
              <a:buFont typeface="Lato"/>
              <a:buChar char="○"/>
              <a:defRPr/>
            </a:lvl2pPr>
            <a:lvl3pPr indent="-317500" lvl="2" marL="1371600">
              <a:spcBef>
                <a:spcPts val="0"/>
              </a:spcBef>
              <a:spcAft>
                <a:spcPts val="0"/>
              </a:spcAft>
              <a:buClr>
                <a:schemeClr val="dk1"/>
              </a:buClr>
              <a:buSzPts val="1400"/>
              <a:buFont typeface="Lato"/>
              <a:buChar char="■"/>
              <a:defRPr/>
            </a:lvl3pPr>
            <a:lvl4pPr indent="-317500" lvl="3" marL="1828800">
              <a:spcBef>
                <a:spcPts val="0"/>
              </a:spcBef>
              <a:spcAft>
                <a:spcPts val="0"/>
              </a:spcAft>
              <a:buClr>
                <a:schemeClr val="dk1"/>
              </a:buClr>
              <a:buSzPts val="1400"/>
              <a:buFont typeface="Lato"/>
              <a:buChar char="●"/>
              <a:defRPr/>
            </a:lvl4pPr>
            <a:lvl5pPr indent="-317500" lvl="4" marL="2286000">
              <a:spcBef>
                <a:spcPts val="0"/>
              </a:spcBef>
              <a:spcAft>
                <a:spcPts val="0"/>
              </a:spcAft>
              <a:buClr>
                <a:schemeClr val="dk1"/>
              </a:buClr>
              <a:buSzPts val="1400"/>
              <a:buFont typeface="Lato"/>
              <a:buChar char="○"/>
              <a:defRPr/>
            </a:lvl5pPr>
            <a:lvl6pPr indent="-317500" lvl="5" marL="2743200">
              <a:spcBef>
                <a:spcPts val="0"/>
              </a:spcBef>
              <a:spcAft>
                <a:spcPts val="0"/>
              </a:spcAft>
              <a:buClr>
                <a:schemeClr val="dk1"/>
              </a:buClr>
              <a:buSzPts val="1400"/>
              <a:buFont typeface="Lato"/>
              <a:buChar char="■"/>
              <a:defRPr/>
            </a:lvl6pPr>
            <a:lvl7pPr indent="-317500" lvl="6" marL="3200400">
              <a:spcBef>
                <a:spcPts val="0"/>
              </a:spcBef>
              <a:spcAft>
                <a:spcPts val="0"/>
              </a:spcAft>
              <a:buClr>
                <a:schemeClr val="dk1"/>
              </a:buClr>
              <a:buSzPts val="1400"/>
              <a:buFont typeface="Lato"/>
              <a:buChar char="●"/>
              <a:defRPr/>
            </a:lvl7pPr>
            <a:lvl8pPr indent="-317500" lvl="7" marL="3657600">
              <a:spcBef>
                <a:spcPts val="0"/>
              </a:spcBef>
              <a:spcAft>
                <a:spcPts val="0"/>
              </a:spcAft>
              <a:buClr>
                <a:schemeClr val="dk1"/>
              </a:buClr>
              <a:buSzPts val="1400"/>
              <a:buFont typeface="Lato"/>
              <a:buChar char="○"/>
              <a:defRPr/>
            </a:lvl8pPr>
            <a:lvl9pPr indent="-317500" lvl="8" marL="4114800">
              <a:spcBef>
                <a:spcPts val="0"/>
              </a:spcBef>
              <a:spcAft>
                <a:spcPts val="0"/>
              </a:spcAft>
              <a:buClr>
                <a:schemeClr val="dk1"/>
              </a:buClr>
              <a:buSzPts val="1400"/>
              <a:buFont typeface="Lato"/>
              <a:buChar char="■"/>
              <a:defRPr/>
            </a:lvl9pPr>
          </a:lstStyle>
          <a:p/>
        </p:txBody>
      </p:sp>
      <p:cxnSp>
        <p:nvCxnSpPr>
          <p:cNvPr id="26" name="Google Shape;26;p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7" name="Google Shape;27;p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 name="Google Shape;28;p4"/>
          <p:cNvCxnSpPr/>
          <p:nvPr/>
        </p:nvCxnSpPr>
        <p:spPr>
          <a:xfrm>
            <a:off x="6884900" y="-113600"/>
            <a:ext cx="2565600" cy="1306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9" name="Shape 29"/>
        <p:cNvGrpSpPr/>
        <p:nvPr/>
      </p:nvGrpSpPr>
      <p:grpSpPr>
        <a:xfrm>
          <a:off x="0" y="0"/>
          <a:ext cx="0" cy="0"/>
          <a:chOff x="0" y="0"/>
          <a:chExt cx="0" cy="0"/>
        </a:xfrm>
      </p:grpSpPr>
      <p:sp>
        <p:nvSpPr>
          <p:cNvPr id="30" name="Google Shape;30;p5"/>
          <p:cNvSpPr txBox="1"/>
          <p:nvPr>
            <p:ph type="title"/>
          </p:nvPr>
        </p:nvSpPr>
        <p:spPr>
          <a:xfrm>
            <a:off x="713225" y="445025"/>
            <a:ext cx="56811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5"/>
          <p:cNvSpPr txBox="1"/>
          <p:nvPr>
            <p:ph idx="1" type="subTitle"/>
          </p:nvPr>
        </p:nvSpPr>
        <p:spPr>
          <a:xfrm>
            <a:off x="5038975" y="2551449"/>
            <a:ext cx="2486100" cy="501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SzPts val="2400"/>
              <a:buFont typeface="Vidaloka"/>
              <a:buNone/>
              <a:defRPr b="1" sz="2400">
                <a:latin typeface="Vidaloka"/>
                <a:ea typeface="Vidaloka"/>
                <a:cs typeface="Vidaloka"/>
                <a:sym typeface="Vidaloka"/>
              </a:defRPr>
            </a:lvl2pPr>
            <a:lvl3pPr lvl="2" rtl="0" algn="ctr">
              <a:spcBef>
                <a:spcPts val="0"/>
              </a:spcBef>
              <a:spcAft>
                <a:spcPts val="0"/>
              </a:spcAft>
              <a:buSzPts val="2400"/>
              <a:buFont typeface="Vidaloka"/>
              <a:buNone/>
              <a:defRPr b="1" sz="2400">
                <a:latin typeface="Vidaloka"/>
                <a:ea typeface="Vidaloka"/>
                <a:cs typeface="Vidaloka"/>
                <a:sym typeface="Vidaloka"/>
              </a:defRPr>
            </a:lvl3pPr>
            <a:lvl4pPr lvl="3" rtl="0" algn="ctr">
              <a:spcBef>
                <a:spcPts val="0"/>
              </a:spcBef>
              <a:spcAft>
                <a:spcPts val="0"/>
              </a:spcAft>
              <a:buSzPts val="2400"/>
              <a:buFont typeface="Vidaloka"/>
              <a:buNone/>
              <a:defRPr b="1" sz="2400">
                <a:latin typeface="Vidaloka"/>
                <a:ea typeface="Vidaloka"/>
                <a:cs typeface="Vidaloka"/>
                <a:sym typeface="Vidaloka"/>
              </a:defRPr>
            </a:lvl4pPr>
            <a:lvl5pPr lvl="4" rtl="0" algn="ctr">
              <a:spcBef>
                <a:spcPts val="0"/>
              </a:spcBef>
              <a:spcAft>
                <a:spcPts val="0"/>
              </a:spcAft>
              <a:buSzPts val="2400"/>
              <a:buFont typeface="Vidaloka"/>
              <a:buNone/>
              <a:defRPr b="1" sz="2400">
                <a:latin typeface="Vidaloka"/>
                <a:ea typeface="Vidaloka"/>
                <a:cs typeface="Vidaloka"/>
                <a:sym typeface="Vidaloka"/>
              </a:defRPr>
            </a:lvl5pPr>
            <a:lvl6pPr lvl="5" rtl="0" algn="ctr">
              <a:spcBef>
                <a:spcPts val="0"/>
              </a:spcBef>
              <a:spcAft>
                <a:spcPts val="0"/>
              </a:spcAft>
              <a:buSzPts val="2400"/>
              <a:buFont typeface="Vidaloka"/>
              <a:buNone/>
              <a:defRPr b="1" sz="2400">
                <a:latin typeface="Vidaloka"/>
                <a:ea typeface="Vidaloka"/>
                <a:cs typeface="Vidaloka"/>
                <a:sym typeface="Vidaloka"/>
              </a:defRPr>
            </a:lvl6pPr>
            <a:lvl7pPr lvl="6" rtl="0" algn="ctr">
              <a:spcBef>
                <a:spcPts val="0"/>
              </a:spcBef>
              <a:spcAft>
                <a:spcPts val="0"/>
              </a:spcAft>
              <a:buSzPts val="2400"/>
              <a:buFont typeface="Vidaloka"/>
              <a:buNone/>
              <a:defRPr b="1" sz="2400">
                <a:latin typeface="Vidaloka"/>
                <a:ea typeface="Vidaloka"/>
                <a:cs typeface="Vidaloka"/>
                <a:sym typeface="Vidaloka"/>
              </a:defRPr>
            </a:lvl7pPr>
            <a:lvl8pPr lvl="7" rtl="0" algn="ctr">
              <a:spcBef>
                <a:spcPts val="0"/>
              </a:spcBef>
              <a:spcAft>
                <a:spcPts val="0"/>
              </a:spcAft>
              <a:buSzPts val="2400"/>
              <a:buFont typeface="Vidaloka"/>
              <a:buNone/>
              <a:defRPr b="1" sz="2400">
                <a:latin typeface="Vidaloka"/>
                <a:ea typeface="Vidaloka"/>
                <a:cs typeface="Vidaloka"/>
                <a:sym typeface="Vidaloka"/>
              </a:defRPr>
            </a:lvl8pPr>
            <a:lvl9pPr lvl="8" rtl="0" algn="ctr">
              <a:spcBef>
                <a:spcPts val="0"/>
              </a:spcBef>
              <a:spcAft>
                <a:spcPts val="0"/>
              </a:spcAft>
              <a:buSzPts val="2400"/>
              <a:buFont typeface="Vidaloka"/>
              <a:buNone/>
              <a:defRPr b="1" sz="2400">
                <a:latin typeface="Vidaloka"/>
                <a:ea typeface="Vidaloka"/>
                <a:cs typeface="Vidaloka"/>
                <a:sym typeface="Vidaloka"/>
              </a:defRPr>
            </a:lvl9pPr>
          </a:lstStyle>
          <a:p/>
        </p:txBody>
      </p:sp>
      <p:sp>
        <p:nvSpPr>
          <p:cNvPr id="32" name="Google Shape;32;p5"/>
          <p:cNvSpPr txBox="1"/>
          <p:nvPr>
            <p:ph idx="2" type="subTitle"/>
          </p:nvPr>
        </p:nvSpPr>
        <p:spPr>
          <a:xfrm>
            <a:off x="5038975" y="2961200"/>
            <a:ext cx="2486100" cy="902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3" name="Google Shape;33;p5"/>
          <p:cNvSpPr txBox="1"/>
          <p:nvPr>
            <p:ph idx="3" type="subTitle"/>
          </p:nvPr>
        </p:nvSpPr>
        <p:spPr>
          <a:xfrm>
            <a:off x="1693175" y="2551449"/>
            <a:ext cx="2486100" cy="501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SzPts val="2400"/>
              <a:buFont typeface="Vidaloka"/>
              <a:buNone/>
              <a:defRPr b="1" sz="2400">
                <a:latin typeface="Vidaloka"/>
                <a:ea typeface="Vidaloka"/>
                <a:cs typeface="Vidaloka"/>
                <a:sym typeface="Vidaloka"/>
              </a:defRPr>
            </a:lvl2pPr>
            <a:lvl3pPr lvl="2" rtl="0" algn="ctr">
              <a:spcBef>
                <a:spcPts val="0"/>
              </a:spcBef>
              <a:spcAft>
                <a:spcPts val="0"/>
              </a:spcAft>
              <a:buSzPts val="2400"/>
              <a:buFont typeface="Vidaloka"/>
              <a:buNone/>
              <a:defRPr b="1" sz="2400">
                <a:latin typeface="Vidaloka"/>
                <a:ea typeface="Vidaloka"/>
                <a:cs typeface="Vidaloka"/>
                <a:sym typeface="Vidaloka"/>
              </a:defRPr>
            </a:lvl3pPr>
            <a:lvl4pPr lvl="3" rtl="0" algn="ctr">
              <a:spcBef>
                <a:spcPts val="0"/>
              </a:spcBef>
              <a:spcAft>
                <a:spcPts val="0"/>
              </a:spcAft>
              <a:buSzPts val="2400"/>
              <a:buFont typeface="Vidaloka"/>
              <a:buNone/>
              <a:defRPr b="1" sz="2400">
                <a:latin typeface="Vidaloka"/>
                <a:ea typeface="Vidaloka"/>
                <a:cs typeface="Vidaloka"/>
                <a:sym typeface="Vidaloka"/>
              </a:defRPr>
            </a:lvl4pPr>
            <a:lvl5pPr lvl="4" rtl="0" algn="ctr">
              <a:spcBef>
                <a:spcPts val="0"/>
              </a:spcBef>
              <a:spcAft>
                <a:spcPts val="0"/>
              </a:spcAft>
              <a:buSzPts val="2400"/>
              <a:buFont typeface="Vidaloka"/>
              <a:buNone/>
              <a:defRPr b="1" sz="2400">
                <a:latin typeface="Vidaloka"/>
                <a:ea typeface="Vidaloka"/>
                <a:cs typeface="Vidaloka"/>
                <a:sym typeface="Vidaloka"/>
              </a:defRPr>
            </a:lvl5pPr>
            <a:lvl6pPr lvl="5" rtl="0" algn="ctr">
              <a:spcBef>
                <a:spcPts val="0"/>
              </a:spcBef>
              <a:spcAft>
                <a:spcPts val="0"/>
              </a:spcAft>
              <a:buSzPts val="2400"/>
              <a:buFont typeface="Vidaloka"/>
              <a:buNone/>
              <a:defRPr b="1" sz="2400">
                <a:latin typeface="Vidaloka"/>
                <a:ea typeface="Vidaloka"/>
                <a:cs typeface="Vidaloka"/>
                <a:sym typeface="Vidaloka"/>
              </a:defRPr>
            </a:lvl6pPr>
            <a:lvl7pPr lvl="6" rtl="0" algn="ctr">
              <a:spcBef>
                <a:spcPts val="0"/>
              </a:spcBef>
              <a:spcAft>
                <a:spcPts val="0"/>
              </a:spcAft>
              <a:buSzPts val="2400"/>
              <a:buFont typeface="Vidaloka"/>
              <a:buNone/>
              <a:defRPr b="1" sz="2400">
                <a:latin typeface="Vidaloka"/>
                <a:ea typeface="Vidaloka"/>
                <a:cs typeface="Vidaloka"/>
                <a:sym typeface="Vidaloka"/>
              </a:defRPr>
            </a:lvl7pPr>
            <a:lvl8pPr lvl="7" rtl="0" algn="ctr">
              <a:spcBef>
                <a:spcPts val="0"/>
              </a:spcBef>
              <a:spcAft>
                <a:spcPts val="0"/>
              </a:spcAft>
              <a:buSzPts val="2400"/>
              <a:buFont typeface="Vidaloka"/>
              <a:buNone/>
              <a:defRPr b="1" sz="2400">
                <a:latin typeface="Vidaloka"/>
                <a:ea typeface="Vidaloka"/>
                <a:cs typeface="Vidaloka"/>
                <a:sym typeface="Vidaloka"/>
              </a:defRPr>
            </a:lvl8pPr>
            <a:lvl9pPr lvl="8" rtl="0" algn="ctr">
              <a:spcBef>
                <a:spcPts val="0"/>
              </a:spcBef>
              <a:spcAft>
                <a:spcPts val="0"/>
              </a:spcAft>
              <a:buSzPts val="2400"/>
              <a:buFont typeface="Vidaloka"/>
              <a:buNone/>
              <a:defRPr b="1" sz="2400">
                <a:latin typeface="Vidaloka"/>
                <a:ea typeface="Vidaloka"/>
                <a:cs typeface="Vidaloka"/>
                <a:sym typeface="Vidaloka"/>
              </a:defRPr>
            </a:lvl9pPr>
          </a:lstStyle>
          <a:p/>
        </p:txBody>
      </p:sp>
      <p:sp>
        <p:nvSpPr>
          <p:cNvPr id="34" name="Google Shape;34;p5"/>
          <p:cNvSpPr txBox="1"/>
          <p:nvPr>
            <p:ph idx="4" type="subTitle"/>
          </p:nvPr>
        </p:nvSpPr>
        <p:spPr>
          <a:xfrm>
            <a:off x="1693175" y="2961200"/>
            <a:ext cx="2486100" cy="902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35" name="Google Shape;35;p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6" name="Google Shape;36;p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7" name="Google Shape;37;p5"/>
          <p:cNvCxnSpPr/>
          <p:nvPr/>
        </p:nvCxnSpPr>
        <p:spPr>
          <a:xfrm flipH="1">
            <a:off x="6935750" y="3931325"/>
            <a:ext cx="2549400" cy="13545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8" name="Shape 38"/>
        <p:cNvGrpSpPr/>
        <p:nvPr/>
      </p:nvGrpSpPr>
      <p:grpSpPr>
        <a:xfrm>
          <a:off x="0" y="0"/>
          <a:ext cx="0" cy="0"/>
          <a:chOff x="0" y="0"/>
          <a:chExt cx="0" cy="0"/>
        </a:xfrm>
      </p:grpSpPr>
      <p:sp>
        <p:nvSpPr>
          <p:cNvPr id="39" name="Google Shape;39;p6"/>
          <p:cNvSpPr txBox="1"/>
          <p:nvPr>
            <p:ph type="title"/>
          </p:nvPr>
        </p:nvSpPr>
        <p:spPr>
          <a:xfrm>
            <a:off x="713225" y="445025"/>
            <a:ext cx="77175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cxnSp>
        <p:nvCxnSpPr>
          <p:cNvPr id="40" name="Google Shape;40;p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 name="Google Shape;41;p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2" name="Shape 42"/>
        <p:cNvGrpSpPr/>
        <p:nvPr/>
      </p:nvGrpSpPr>
      <p:grpSpPr>
        <a:xfrm>
          <a:off x="0" y="0"/>
          <a:ext cx="0" cy="0"/>
          <a:chOff x="0" y="0"/>
          <a:chExt cx="0" cy="0"/>
        </a:xfrm>
      </p:grpSpPr>
      <p:sp>
        <p:nvSpPr>
          <p:cNvPr id="43" name="Google Shape;43;p7"/>
          <p:cNvSpPr txBox="1"/>
          <p:nvPr>
            <p:ph idx="1" type="subTitle"/>
          </p:nvPr>
        </p:nvSpPr>
        <p:spPr>
          <a:xfrm>
            <a:off x="2247500" y="1433050"/>
            <a:ext cx="1838100" cy="3570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b="1" sz="2400">
                <a:solidFill>
                  <a:schemeClr val="accent1"/>
                </a:solidFill>
                <a:latin typeface="Vidaloka"/>
                <a:ea typeface="Vidaloka"/>
                <a:cs typeface="Vidaloka"/>
                <a:sym typeface="Vidaloka"/>
              </a:defRPr>
            </a:lvl9pPr>
          </a:lstStyle>
          <a:p/>
        </p:txBody>
      </p:sp>
      <p:sp>
        <p:nvSpPr>
          <p:cNvPr id="44" name="Google Shape;44;p7"/>
          <p:cNvSpPr txBox="1"/>
          <p:nvPr>
            <p:ph idx="2" type="subTitle"/>
          </p:nvPr>
        </p:nvSpPr>
        <p:spPr>
          <a:xfrm>
            <a:off x="2247500" y="1790050"/>
            <a:ext cx="5160300" cy="2754000"/>
          </a:xfrm>
          <a:prstGeom prst="rect">
            <a:avLst/>
          </a:prstGeom>
        </p:spPr>
        <p:txBody>
          <a:bodyPr anchorCtr="0" anchor="t" bIns="91425" lIns="91425" spcFirstLastPara="1" rIns="91425" wrap="square" tIns="91425">
            <a:noAutofit/>
          </a:bodyPr>
          <a:lstStyle>
            <a:lvl1pPr lvl="0" marR="50800" rtl="0">
              <a:lnSpc>
                <a:spcPct val="166000"/>
              </a:lnSpc>
              <a:spcBef>
                <a:spcPts val="0"/>
              </a:spcBef>
              <a:spcAft>
                <a:spcPts val="0"/>
              </a:spcAft>
              <a:buClr>
                <a:schemeClr val="accent1"/>
              </a:buClr>
              <a:buSzPts val="1400"/>
              <a:buChar char="●"/>
              <a:defRPr sz="1400">
                <a:solidFill>
                  <a:srgbClr val="374957"/>
                </a:solidFill>
              </a:defRPr>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
        <p:nvSpPr>
          <p:cNvPr id="45" name="Google Shape;45;p7"/>
          <p:cNvSpPr txBox="1"/>
          <p:nvPr>
            <p:ph type="title"/>
          </p:nvPr>
        </p:nvSpPr>
        <p:spPr>
          <a:xfrm>
            <a:off x="713225" y="445025"/>
            <a:ext cx="42972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46" name="Google Shape;46;p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7" name="Google Shape;47;p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8" name="Shape 48"/>
        <p:cNvGrpSpPr/>
        <p:nvPr/>
      </p:nvGrpSpPr>
      <p:grpSpPr>
        <a:xfrm>
          <a:off x="0" y="0"/>
          <a:ext cx="0" cy="0"/>
          <a:chOff x="0" y="0"/>
          <a:chExt cx="0" cy="0"/>
        </a:xfrm>
      </p:grpSpPr>
      <p:sp>
        <p:nvSpPr>
          <p:cNvPr id="49" name="Google Shape;49;p8"/>
          <p:cNvSpPr txBox="1"/>
          <p:nvPr>
            <p:ph type="title"/>
          </p:nvPr>
        </p:nvSpPr>
        <p:spPr>
          <a:xfrm>
            <a:off x="1122500" y="1073000"/>
            <a:ext cx="6899100" cy="28566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4800"/>
              <a:buNone/>
              <a:defRPr sz="96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cxnSp>
        <p:nvCxnSpPr>
          <p:cNvPr id="50" name="Google Shape;50;p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1" name="Google Shape;51;p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2" name="Google Shape;52;p8"/>
          <p:cNvCxnSpPr/>
          <p:nvPr/>
        </p:nvCxnSpPr>
        <p:spPr>
          <a:xfrm flipH="1">
            <a:off x="7093250" y="3935075"/>
            <a:ext cx="2332800" cy="1347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53" name="Google Shape;53;p8"/>
          <p:cNvCxnSpPr/>
          <p:nvPr/>
        </p:nvCxnSpPr>
        <p:spPr>
          <a:xfrm flipH="1">
            <a:off x="-420450" y="-121600"/>
            <a:ext cx="2332800" cy="1347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4" name="Shape 54"/>
        <p:cNvGrpSpPr/>
        <p:nvPr/>
      </p:nvGrpSpPr>
      <p:grpSpPr>
        <a:xfrm>
          <a:off x="0" y="0"/>
          <a:ext cx="0" cy="0"/>
          <a:chOff x="0" y="0"/>
          <a:chExt cx="0" cy="0"/>
        </a:xfrm>
      </p:grpSpPr>
      <p:sp>
        <p:nvSpPr>
          <p:cNvPr id="55" name="Google Shape;55;p9"/>
          <p:cNvSpPr txBox="1"/>
          <p:nvPr>
            <p:ph idx="1" type="subTitle"/>
          </p:nvPr>
        </p:nvSpPr>
        <p:spPr>
          <a:xfrm>
            <a:off x="895950" y="1682000"/>
            <a:ext cx="3847200" cy="2379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accent1"/>
              </a:buClr>
              <a:buSzPts val="1400"/>
              <a:buChar char="●"/>
              <a:defRPr sz="1400"/>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sp>
        <p:nvSpPr>
          <p:cNvPr id="56" name="Google Shape;56;p9"/>
          <p:cNvSpPr txBox="1"/>
          <p:nvPr>
            <p:ph type="title"/>
          </p:nvPr>
        </p:nvSpPr>
        <p:spPr>
          <a:xfrm>
            <a:off x="713225" y="445025"/>
            <a:ext cx="56799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57" name="Google Shape;57;p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8" name="Google Shape;58;p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59" name="Google Shape;59;p9"/>
          <p:cNvCxnSpPr/>
          <p:nvPr/>
        </p:nvCxnSpPr>
        <p:spPr>
          <a:xfrm flipH="1">
            <a:off x="5925450" y="2797500"/>
            <a:ext cx="3378000" cy="24669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 name="Shape 60"/>
        <p:cNvGrpSpPr/>
        <p:nvPr/>
      </p:nvGrpSpPr>
      <p:grpSpPr>
        <a:xfrm>
          <a:off x="0" y="0"/>
          <a:ext cx="0" cy="0"/>
          <a:chOff x="0" y="0"/>
          <a:chExt cx="0" cy="0"/>
        </a:xfrm>
      </p:grpSpPr>
      <p:sp>
        <p:nvSpPr>
          <p:cNvPr id="61" name="Google Shape;61;p10"/>
          <p:cNvSpPr txBox="1"/>
          <p:nvPr>
            <p:ph idx="1" type="body"/>
          </p:nvPr>
        </p:nvSpPr>
        <p:spPr>
          <a:xfrm>
            <a:off x="713225" y="441927"/>
            <a:ext cx="3557100" cy="977700"/>
          </a:xfrm>
          <a:prstGeom prst="rect">
            <a:avLst/>
          </a:prstGeom>
        </p:spPr>
        <p:txBody>
          <a:bodyPr anchorCtr="0" anchor="t" bIns="91425" lIns="91425" spcFirstLastPara="1" rIns="91425" wrap="square" tIns="91425">
            <a:noAutofit/>
          </a:bodyPr>
          <a:lstStyle>
            <a:lvl1pPr indent="-228600" lvl="0" marL="457200">
              <a:lnSpc>
                <a:spcPct val="100000"/>
              </a:lnSpc>
              <a:spcBef>
                <a:spcPts val="0"/>
              </a:spcBef>
              <a:spcAft>
                <a:spcPts val="0"/>
              </a:spcAft>
              <a:buSzPts val="1800"/>
              <a:buNone/>
              <a:defRPr sz="3000">
                <a:latin typeface="Vidaloka"/>
                <a:ea typeface="Vidaloka"/>
                <a:cs typeface="Vidaloka"/>
                <a:sym typeface="Vidaloka"/>
              </a:defRPr>
            </a:lvl1pPr>
          </a:lstStyle>
          <a:p/>
        </p:txBody>
      </p:sp>
      <p:cxnSp>
        <p:nvCxnSpPr>
          <p:cNvPr id="62" name="Google Shape;62;p1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63" name="Google Shape;63;p1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64" name="Google Shape;64;p10"/>
          <p:cNvCxnSpPr/>
          <p:nvPr/>
        </p:nvCxnSpPr>
        <p:spPr>
          <a:xfrm flipH="1" rot="10800000">
            <a:off x="6144975" y="3103725"/>
            <a:ext cx="3118200" cy="22011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5" name="Shape 65"/>
        <p:cNvGrpSpPr/>
        <p:nvPr/>
      </p:nvGrpSpPr>
      <p:grpSpPr>
        <a:xfrm>
          <a:off x="0" y="0"/>
          <a:ext cx="0" cy="0"/>
          <a:chOff x="0" y="0"/>
          <a:chExt cx="0" cy="0"/>
        </a:xfrm>
      </p:grpSpPr>
      <p:sp>
        <p:nvSpPr>
          <p:cNvPr id="66" name="Google Shape;66;p11"/>
          <p:cNvSpPr txBox="1"/>
          <p:nvPr>
            <p:ph hasCustomPrompt="1" type="title"/>
          </p:nvPr>
        </p:nvSpPr>
        <p:spPr>
          <a:xfrm>
            <a:off x="713225" y="1345363"/>
            <a:ext cx="7717500" cy="1644300"/>
          </a:xfrm>
          <a:prstGeom prst="rect">
            <a:avLst/>
          </a:prstGeom>
        </p:spPr>
        <p:txBody>
          <a:bodyPr anchorCtr="0" anchor="t" bIns="91425" lIns="91425" spcFirstLastPara="1" rIns="91425" wrap="square" tIns="91425">
            <a:noAutofit/>
          </a:bodyPr>
          <a:lstStyle>
            <a:lvl1pPr lvl="0" algn="ctr">
              <a:spcBef>
                <a:spcPts val="0"/>
              </a:spcBef>
              <a:spcAft>
                <a:spcPts val="0"/>
              </a:spcAft>
              <a:buSzPts val="12000"/>
              <a:buNone/>
              <a:defRPr sz="12000">
                <a:solidFill>
                  <a:schemeClr val="accent1"/>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67" name="Google Shape;67;p11"/>
          <p:cNvSpPr txBox="1"/>
          <p:nvPr>
            <p:ph idx="1" type="subTitle"/>
          </p:nvPr>
        </p:nvSpPr>
        <p:spPr>
          <a:xfrm>
            <a:off x="1514325" y="3188648"/>
            <a:ext cx="6120300" cy="375000"/>
          </a:xfrm>
          <a:prstGeom prst="rect">
            <a:avLst/>
          </a:prstGeom>
        </p:spPr>
        <p:txBody>
          <a:bodyPr anchorCtr="0" anchor="t" bIns="91425" lIns="91425" spcFirstLastPara="1" rIns="91425" wrap="square" tIns="91425">
            <a:noAutofit/>
          </a:bodyPr>
          <a:lstStyle>
            <a:lvl1pPr lvl="0" algn="ctr">
              <a:spcBef>
                <a:spcPts val="0"/>
              </a:spcBef>
              <a:spcAft>
                <a:spcPts val="0"/>
              </a:spcAft>
              <a:buSzPts val="1600"/>
              <a:buNone/>
              <a:defRPr sz="1600"/>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cxnSp>
        <p:nvCxnSpPr>
          <p:cNvPr id="68" name="Google Shape;68;p1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69" name="Google Shape;69;p1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70" name="Google Shape;70;p11"/>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71" name="Google Shape;71;p11"/>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72" name="Shape 7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
    <p:spTree>
      <p:nvGrpSpPr>
        <p:cNvPr id="73" name="Shape 73"/>
        <p:cNvGrpSpPr/>
        <p:nvPr/>
      </p:nvGrpSpPr>
      <p:grpSpPr>
        <a:xfrm>
          <a:off x="0" y="0"/>
          <a:ext cx="0" cy="0"/>
          <a:chOff x="0" y="0"/>
          <a:chExt cx="0" cy="0"/>
        </a:xfrm>
      </p:grpSpPr>
      <p:sp>
        <p:nvSpPr>
          <p:cNvPr id="74" name="Google Shape;74;p13"/>
          <p:cNvSpPr txBox="1"/>
          <p:nvPr>
            <p:ph type="title"/>
          </p:nvPr>
        </p:nvSpPr>
        <p:spPr>
          <a:xfrm>
            <a:off x="713225" y="445025"/>
            <a:ext cx="35838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75" name="Google Shape;75;p13"/>
          <p:cNvSpPr txBox="1"/>
          <p:nvPr>
            <p:ph idx="1" type="subTitle"/>
          </p:nvPr>
        </p:nvSpPr>
        <p:spPr>
          <a:xfrm>
            <a:off x="5859325" y="1405390"/>
            <a:ext cx="2486100" cy="401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76" name="Google Shape;76;p13"/>
          <p:cNvSpPr txBox="1"/>
          <p:nvPr>
            <p:ph idx="2" type="subTitle"/>
          </p:nvPr>
        </p:nvSpPr>
        <p:spPr>
          <a:xfrm>
            <a:off x="5859325" y="180641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77" name="Google Shape;77;p13"/>
          <p:cNvSpPr txBox="1"/>
          <p:nvPr>
            <p:ph idx="3" type="subTitle"/>
          </p:nvPr>
        </p:nvSpPr>
        <p:spPr>
          <a:xfrm>
            <a:off x="1903925" y="1405390"/>
            <a:ext cx="2486100" cy="401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78" name="Google Shape;78;p13"/>
          <p:cNvSpPr txBox="1"/>
          <p:nvPr>
            <p:ph idx="4" type="subTitle"/>
          </p:nvPr>
        </p:nvSpPr>
        <p:spPr>
          <a:xfrm>
            <a:off x="1903925" y="180641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79" name="Google Shape;79;p13"/>
          <p:cNvSpPr txBox="1"/>
          <p:nvPr>
            <p:ph idx="5" type="subTitle"/>
          </p:nvPr>
        </p:nvSpPr>
        <p:spPr>
          <a:xfrm>
            <a:off x="5859325" y="3171118"/>
            <a:ext cx="2486100" cy="461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80" name="Google Shape;80;p13"/>
          <p:cNvSpPr txBox="1"/>
          <p:nvPr>
            <p:ph idx="6" type="subTitle"/>
          </p:nvPr>
        </p:nvSpPr>
        <p:spPr>
          <a:xfrm>
            <a:off x="5859325" y="356548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81" name="Google Shape;81;p13"/>
          <p:cNvSpPr txBox="1"/>
          <p:nvPr>
            <p:ph idx="7" type="subTitle"/>
          </p:nvPr>
        </p:nvSpPr>
        <p:spPr>
          <a:xfrm>
            <a:off x="1903925" y="3171118"/>
            <a:ext cx="2486100" cy="461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82" name="Google Shape;82;p13"/>
          <p:cNvSpPr txBox="1"/>
          <p:nvPr>
            <p:ph idx="8" type="subTitle"/>
          </p:nvPr>
        </p:nvSpPr>
        <p:spPr>
          <a:xfrm>
            <a:off x="1903975" y="3565487"/>
            <a:ext cx="2486100" cy="61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83" name="Google Shape;83;p13"/>
          <p:cNvSpPr txBox="1"/>
          <p:nvPr>
            <p:ph hasCustomPrompt="1" idx="9" type="title"/>
          </p:nvPr>
        </p:nvSpPr>
        <p:spPr>
          <a:xfrm>
            <a:off x="798575" y="1417915"/>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84" name="Google Shape;84;p13"/>
          <p:cNvSpPr txBox="1"/>
          <p:nvPr>
            <p:ph hasCustomPrompt="1" idx="13" type="title"/>
          </p:nvPr>
        </p:nvSpPr>
        <p:spPr>
          <a:xfrm>
            <a:off x="4753975" y="1403976"/>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85" name="Google Shape;85;p13"/>
          <p:cNvSpPr txBox="1"/>
          <p:nvPr>
            <p:ph hasCustomPrompt="1" idx="14" type="title"/>
          </p:nvPr>
        </p:nvSpPr>
        <p:spPr>
          <a:xfrm>
            <a:off x="798625" y="3176773"/>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86" name="Google Shape;86;p13"/>
          <p:cNvSpPr txBox="1"/>
          <p:nvPr>
            <p:ph hasCustomPrompt="1" idx="15" type="title"/>
          </p:nvPr>
        </p:nvSpPr>
        <p:spPr>
          <a:xfrm>
            <a:off x="4753975" y="3162833"/>
            <a:ext cx="10392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cxnSp>
        <p:nvCxnSpPr>
          <p:cNvPr id="87" name="Google Shape;87;p1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88" name="Google Shape;88;p1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1">
  <p:cSld name="CUSTOM_11">
    <p:spTree>
      <p:nvGrpSpPr>
        <p:cNvPr id="89" name="Shape 89"/>
        <p:cNvGrpSpPr/>
        <p:nvPr/>
      </p:nvGrpSpPr>
      <p:grpSpPr>
        <a:xfrm>
          <a:off x="0" y="0"/>
          <a:ext cx="0" cy="0"/>
          <a:chOff x="0" y="0"/>
          <a:chExt cx="0" cy="0"/>
        </a:xfrm>
      </p:grpSpPr>
      <p:sp>
        <p:nvSpPr>
          <p:cNvPr id="90" name="Google Shape;90;p14"/>
          <p:cNvSpPr txBox="1"/>
          <p:nvPr>
            <p:ph type="title"/>
          </p:nvPr>
        </p:nvSpPr>
        <p:spPr>
          <a:xfrm>
            <a:off x="720000" y="1677218"/>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1" name="Google Shape;91;p14"/>
          <p:cNvSpPr txBox="1"/>
          <p:nvPr>
            <p:ph hasCustomPrompt="1" idx="2" type="title"/>
          </p:nvPr>
        </p:nvSpPr>
        <p:spPr>
          <a:xfrm>
            <a:off x="1482600" y="1095325"/>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92" name="Google Shape;92;p14"/>
          <p:cNvSpPr txBox="1"/>
          <p:nvPr>
            <p:ph idx="1" type="subTitle"/>
          </p:nvPr>
        </p:nvSpPr>
        <p:spPr>
          <a:xfrm>
            <a:off x="720000" y="2081199"/>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93" name="Google Shape;93;p14"/>
          <p:cNvSpPr txBox="1"/>
          <p:nvPr>
            <p:ph idx="3" type="title"/>
          </p:nvPr>
        </p:nvSpPr>
        <p:spPr>
          <a:xfrm>
            <a:off x="3403800" y="1677218"/>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4" name="Google Shape;94;p14"/>
          <p:cNvSpPr txBox="1"/>
          <p:nvPr>
            <p:ph hasCustomPrompt="1" idx="4" type="title"/>
          </p:nvPr>
        </p:nvSpPr>
        <p:spPr>
          <a:xfrm>
            <a:off x="4166400" y="1095325"/>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95" name="Google Shape;95;p14"/>
          <p:cNvSpPr txBox="1"/>
          <p:nvPr>
            <p:ph idx="5" type="subTitle"/>
          </p:nvPr>
        </p:nvSpPr>
        <p:spPr>
          <a:xfrm>
            <a:off x="3403800" y="2081208"/>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96" name="Google Shape;96;p14"/>
          <p:cNvSpPr txBox="1"/>
          <p:nvPr>
            <p:ph idx="6" type="title"/>
          </p:nvPr>
        </p:nvSpPr>
        <p:spPr>
          <a:xfrm>
            <a:off x="6087600" y="1677218"/>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7" name="Google Shape;97;p14"/>
          <p:cNvSpPr txBox="1"/>
          <p:nvPr>
            <p:ph hasCustomPrompt="1" idx="7" type="title"/>
          </p:nvPr>
        </p:nvSpPr>
        <p:spPr>
          <a:xfrm>
            <a:off x="6850200" y="1095325"/>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98" name="Google Shape;98;p14"/>
          <p:cNvSpPr txBox="1"/>
          <p:nvPr>
            <p:ph idx="8" type="subTitle"/>
          </p:nvPr>
        </p:nvSpPr>
        <p:spPr>
          <a:xfrm>
            <a:off x="6087600" y="2081208"/>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99" name="Google Shape;99;p14"/>
          <p:cNvSpPr txBox="1"/>
          <p:nvPr>
            <p:ph idx="9" type="title"/>
          </p:nvPr>
        </p:nvSpPr>
        <p:spPr>
          <a:xfrm>
            <a:off x="720000" y="3313579"/>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0" name="Google Shape;100;p14"/>
          <p:cNvSpPr txBox="1"/>
          <p:nvPr>
            <p:ph hasCustomPrompt="1" idx="13" type="title"/>
          </p:nvPr>
        </p:nvSpPr>
        <p:spPr>
          <a:xfrm>
            <a:off x="1482600" y="2714087"/>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101" name="Google Shape;101;p14"/>
          <p:cNvSpPr txBox="1"/>
          <p:nvPr>
            <p:ph idx="14" type="subTitle"/>
          </p:nvPr>
        </p:nvSpPr>
        <p:spPr>
          <a:xfrm>
            <a:off x="720000" y="3705863"/>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102" name="Google Shape;102;p14"/>
          <p:cNvSpPr txBox="1"/>
          <p:nvPr>
            <p:ph idx="15" type="title"/>
          </p:nvPr>
        </p:nvSpPr>
        <p:spPr>
          <a:xfrm>
            <a:off x="3403800" y="3313579"/>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3" name="Google Shape;103;p14"/>
          <p:cNvSpPr txBox="1"/>
          <p:nvPr>
            <p:ph hasCustomPrompt="1" idx="16" type="title"/>
          </p:nvPr>
        </p:nvSpPr>
        <p:spPr>
          <a:xfrm>
            <a:off x="4166400" y="2714087"/>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104" name="Google Shape;104;p14"/>
          <p:cNvSpPr txBox="1"/>
          <p:nvPr>
            <p:ph idx="17" type="subTitle"/>
          </p:nvPr>
        </p:nvSpPr>
        <p:spPr>
          <a:xfrm>
            <a:off x="3403800" y="3705863"/>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105" name="Google Shape;105;p14"/>
          <p:cNvSpPr txBox="1"/>
          <p:nvPr>
            <p:ph idx="18" type="title"/>
          </p:nvPr>
        </p:nvSpPr>
        <p:spPr>
          <a:xfrm>
            <a:off x="6087600" y="3313579"/>
            <a:ext cx="2336400" cy="405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6" name="Google Shape;106;p14"/>
          <p:cNvSpPr txBox="1"/>
          <p:nvPr>
            <p:ph hasCustomPrompt="1" idx="19" type="title"/>
          </p:nvPr>
        </p:nvSpPr>
        <p:spPr>
          <a:xfrm>
            <a:off x="6850200" y="2714087"/>
            <a:ext cx="811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900"/>
              <a:buNone/>
              <a:defRPr sz="38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107" name="Google Shape;107;p14"/>
          <p:cNvSpPr txBox="1"/>
          <p:nvPr>
            <p:ph idx="20" type="subTitle"/>
          </p:nvPr>
        </p:nvSpPr>
        <p:spPr>
          <a:xfrm>
            <a:off x="6087600" y="3705863"/>
            <a:ext cx="2336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108" name="Google Shape;108;p14"/>
          <p:cNvSpPr txBox="1"/>
          <p:nvPr>
            <p:ph idx="21" type="title"/>
          </p:nvPr>
        </p:nvSpPr>
        <p:spPr>
          <a:xfrm>
            <a:off x="2332400" y="445025"/>
            <a:ext cx="44793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109" name="Google Shape;109;p1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10" name="Google Shape;110;p1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11" name="Google Shape;111;p14"/>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12" name="Google Shape;112;p14"/>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2">
    <p:spTree>
      <p:nvGrpSpPr>
        <p:cNvPr id="113" name="Shape 113"/>
        <p:cNvGrpSpPr/>
        <p:nvPr/>
      </p:nvGrpSpPr>
      <p:grpSpPr>
        <a:xfrm>
          <a:off x="0" y="0"/>
          <a:ext cx="0" cy="0"/>
          <a:chOff x="0" y="0"/>
          <a:chExt cx="0" cy="0"/>
        </a:xfrm>
      </p:grpSpPr>
      <p:sp>
        <p:nvSpPr>
          <p:cNvPr id="114" name="Google Shape;114;p15"/>
          <p:cNvSpPr txBox="1"/>
          <p:nvPr>
            <p:ph type="title"/>
          </p:nvPr>
        </p:nvSpPr>
        <p:spPr>
          <a:xfrm>
            <a:off x="2410500" y="2808253"/>
            <a:ext cx="4323000" cy="497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4800"/>
              <a:buNone/>
              <a:defRPr/>
            </a:lvl1pPr>
            <a:lvl2pPr lvl="1" rtl="0" algn="ctr">
              <a:spcBef>
                <a:spcPts val="0"/>
              </a:spcBef>
              <a:spcAft>
                <a:spcPts val="0"/>
              </a:spcAft>
              <a:buSzPts val="4800"/>
              <a:buFont typeface="Crimson Text"/>
              <a:buNone/>
              <a:defRPr sz="4800">
                <a:latin typeface="Crimson Text"/>
                <a:ea typeface="Crimson Text"/>
                <a:cs typeface="Crimson Text"/>
                <a:sym typeface="Crimson Text"/>
              </a:defRPr>
            </a:lvl2pPr>
            <a:lvl3pPr lvl="2" rtl="0" algn="ctr">
              <a:spcBef>
                <a:spcPts val="0"/>
              </a:spcBef>
              <a:spcAft>
                <a:spcPts val="0"/>
              </a:spcAft>
              <a:buSzPts val="4800"/>
              <a:buFont typeface="Crimson Text"/>
              <a:buNone/>
              <a:defRPr sz="4800">
                <a:latin typeface="Crimson Text"/>
                <a:ea typeface="Crimson Text"/>
                <a:cs typeface="Crimson Text"/>
                <a:sym typeface="Crimson Text"/>
              </a:defRPr>
            </a:lvl3pPr>
            <a:lvl4pPr lvl="3" rtl="0" algn="ctr">
              <a:spcBef>
                <a:spcPts val="0"/>
              </a:spcBef>
              <a:spcAft>
                <a:spcPts val="0"/>
              </a:spcAft>
              <a:buSzPts val="4800"/>
              <a:buFont typeface="Crimson Text"/>
              <a:buNone/>
              <a:defRPr sz="4800">
                <a:latin typeface="Crimson Text"/>
                <a:ea typeface="Crimson Text"/>
                <a:cs typeface="Crimson Text"/>
                <a:sym typeface="Crimson Text"/>
              </a:defRPr>
            </a:lvl4pPr>
            <a:lvl5pPr lvl="4" rtl="0" algn="ctr">
              <a:spcBef>
                <a:spcPts val="0"/>
              </a:spcBef>
              <a:spcAft>
                <a:spcPts val="0"/>
              </a:spcAft>
              <a:buSzPts val="4800"/>
              <a:buFont typeface="Crimson Text"/>
              <a:buNone/>
              <a:defRPr sz="4800">
                <a:latin typeface="Crimson Text"/>
                <a:ea typeface="Crimson Text"/>
                <a:cs typeface="Crimson Text"/>
                <a:sym typeface="Crimson Text"/>
              </a:defRPr>
            </a:lvl5pPr>
            <a:lvl6pPr lvl="5" rtl="0" algn="ctr">
              <a:spcBef>
                <a:spcPts val="0"/>
              </a:spcBef>
              <a:spcAft>
                <a:spcPts val="0"/>
              </a:spcAft>
              <a:buSzPts val="4800"/>
              <a:buFont typeface="Crimson Text"/>
              <a:buNone/>
              <a:defRPr sz="4800">
                <a:latin typeface="Crimson Text"/>
                <a:ea typeface="Crimson Text"/>
                <a:cs typeface="Crimson Text"/>
                <a:sym typeface="Crimson Text"/>
              </a:defRPr>
            </a:lvl6pPr>
            <a:lvl7pPr lvl="6" rtl="0" algn="ctr">
              <a:spcBef>
                <a:spcPts val="0"/>
              </a:spcBef>
              <a:spcAft>
                <a:spcPts val="0"/>
              </a:spcAft>
              <a:buSzPts val="4800"/>
              <a:buFont typeface="Crimson Text"/>
              <a:buNone/>
              <a:defRPr sz="4800">
                <a:latin typeface="Crimson Text"/>
                <a:ea typeface="Crimson Text"/>
                <a:cs typeface="Crimson Text"/>
                <a:sym typeface="Crimson Text"/>
              </a:defRPr>
            </a:lvl7pPr>
            <a:lvl8pPr lvl="7" rtl="0" algn="ctr">
              <a:spcBef>
                <a:spcPts val="0"/>
              </a:spcBef>
              <a:spcAft>
                <a:spcPts val="0"/>
              </a:spcAft>
              <a:buSzPts val="4800"/>
              <a:buFont typeface="Crimson Text"/>
              <a:buNone/>
              <a:defRPr sz="4800">
                <a:latin typeface="Crimson Text"/>
                <a:ea typeface="Crimson Text"/>
                <a:cs typeface="Crimson Text"/>
                <a:sym typeface="Crimson Text"/>
              </a:defRPr>
            </a:lvl8pPr>
            <a:lvl9pPr lvl="8" rtl="0" algn="ctr">
              <a:spcBef>
                <a:spcPts val="0"/>
              </a:spcBef>
              <a:spcAft>
                <a:spcPts val="0"/>
              </a:spcAft>
              <a:buSzPts val="4800"/>
              <a:buFont typeface="Crimson Text"/>
              <a:buNone/>
              <a:defRPr sz="4800">
                <a:latin typeface="Crimson Text"/>
                <a:ea typeface="Crimson Text"/>
                <a:cs typeface="Crimson Text"/>
                <a:sym typeface="Crimson Text"/>
              </a:defRPr>
            </a:lvl9pPr>
          </a:lstStyle>
          <a:p/>
        </p:txBody>
      </p:sp>
      <p:sp>
        <p:nvSpPr>
          <p:cNvPr id="115" name="Google Shape;115;p15"/>
          <p:cNvSpPr txBox="1"/>
          <p:nvPr>
            <p:ph idx="1" type="subTitle"/>
          </p:nvPr>
        </p:nvSpPr>
        <p:spPr>
          <a:xfrm>
            <a:off x="1842900" y="1661963"/>
            <a:ext cx="5458200" cy="997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20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16" name="Google Shape;116;p1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17" name="Google Shape;117;p1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12">
    <p:spTree>
      <p:nvGrpSpPr>
        <p:cNvPr id="118" name="Shape 118"/>
        <p:cNvGrpSpPr/>
        <p:nvPr/>
      </p:nvGrpSpPr>
      <p:grpSpPr>
        <a:xfrm>
          <a:off x="0" y="0"/>
          <a:ext cx="0" cy="0"/>
          <a:chOff x="0" y="0"/>
          <a:chExt cx="0" cy="0"/>
        </a:xfrm>
      </p:grpSpPr>
      <p:sp>
        <p:nvSpPr>
          <p:cNvPr id="119" name="Google Shape;119;p16"/>
          <p:cNvSpPr txBox="1"/>
          <p:nvPr>
            <p:ph type="title"/>
          </p:nvPr>
        </p:nvSpPr>
        <p:spPr>
          <a:xfrm>
            <a:off x="699900" y="2821263"/>
            <a:ext cx="4323000" cy="497700"/>
          </a:xfrm>
          <a:prstGeom prst="rect">
            <a:avLst/>
          </a:prstGeom>
        </p:spPr>
        <p:txBody>
          <a:bodyPr anchorCtr="0" anchor="t" bIns="91425" lIns="91425" spcFirstLastPara="1" rIns="91425" wrap="square" tIns="91425">
            <a:noAutofit/>
          </a:bodyPr>
          <a:lstStyle>
            <a:lvl1pPr lvl="0" rtl="0">
              <a:spcBef>
                <a:spcPts val="0"/>
              </a:spcBef>
              <a:spcAft>
                <a:spcPts val="0"/>
              </a:spcAft>
              <a:buSzPts val="4800"/>
              <a:buNone/>
              <a:defRPr/>
            </a:lvl1pPr>
            <a:lvl2pPr lvl="1" rtl="0" algn="ctr">
              <a:spcBef>
                <a:spcPts val="0"/>
              </a:spcBef>
              <a:spcAft>
                <a:spcPts val="0"/>
              </a:spcAft>
              <a:buSzPts val="4800"/>
              <a:buFont typeface="Crimson Text"/>
              <a:buNone/>
              <a:defRPr sz="4800">
                <a:latin typeface="Crimson Text"/>
                <a:ea typeface="Crimson Text"/>
                <a:cs typeface="Crimson Text"/>
                <a:sym typeface="Crimson Text"/>
              </a:defRPr>
            </a:lvl2pPr>
            <a:lvl3pPr lvl="2" rtl="0" algn="ctr">
              <a:spcBef>
                <a:spcPts val="0"/>
              </a:spcBef>
              <a:spcAft>
                <a:spcPts val="0"/>
              </a:spcAft>
              <a:buSzPts val="4800"/>
              <a:buFont typeface="Crimson Text"/>
              <a:buNone/>
              <a:defRPr sz="4800">
                <a:latin typeface="Crimson Text"/>
                <a:ea typeface="Crimson Text"/>
                <a:cs typeface="Crimson Text"/>
                <a:sym typeface="Crimson Text"/>
              </a:defRPr>
            </a:lvl3pPr>
            <a:lvl4pPr lvl="3" rtl="0" algn="ctr">
              <a:spcBef>
                <a:spcPts val="0"/>
              </a:spcBef>
              <a:spcAft>
                <a:spcPts val="0"/>
              </a:spcAft>
              <a:buSzPts val="4800"/>
              <a:buFont typeface="Crimson Text"/>
              <a:buNone/>
              <a:defRPr sz="4800">
                <a:latin typeface="Crimson Text"/>
                <a:ea typeface="Crimson Text"/>
                <a:cs typeface="Crimson Text"/>
                <a:sym typeface="Crimson Text"/>
              </a:defRPr>
            </a:lvl4pPr>
            <a:lvl5pPr lvl="4" rtl="0" algn="ctr">
              <a:spcBef>
                <a:spcPts val="0"/>
              </a:spcBef>
              <a:spcAft>
                <a:spcPts val="0"/>
              </a:spcAft>
              <a:buSzPts val="4800"/>
              <a:buFont typeface="Crimson Text"/>
              <a:buNone/>
              <a:defRPr sz="4800">
                <a:latin typeface="Crimson Text"/>
                <a:ea typeface="Crimson Text"/>
                <a:cs typeface="Crimson Text"/>
                <a:sym typeface="Crimson Text"/>
              </a:defRPr>
            </a:lvl5pPr>
            <a:lvl6pPr lvl="5" rtl="0" algn="ctr">
              <a:spcBef>
                <a:spcPts val="0"/>
              </a:spcBef>
              <a:spcAft>
                <a:spcPts val="0"/>
              </a:spcAft>
              <a:buSzPts val="4800"/>
              <a:buFont typeface="Crimson Text"/>
              <a:buNone/>
              <a:defRPr sz="4800">
                <a:latin typeface="Crimson Text"/>
                <a:ea typeface="Crimson Text"/>
                <a:cs typeface="Crimson Text"/>
                <a:sym typeface="Crimson Text"/>
              </a:defRPr>
            </a:lvl6pPr>
            <a:lvl7pPr lvl="6" rtl="0" algn="ctr">
              <a:spcBef>
                <a:spcPts val="0"/>
              </a:spcBef>
              <a:spcAft>
                <a:spcPts val="0"/>
              </a:spcAft>
              <a:buSzPts val="4800"/>
              <a:buFont typeface="Crimson Text"/>
              <a:buNone/>
              <a:defRPr sz="4800">
                <a:latin typeface="Crimson Text"/>
                <a:ea typeface="Crimson Text"/>
                <a:cs typeface="Crimson Text"/>
                <a:sym typeface="Crimson Text"/>
              </a:defRPr>
            </a:lvl7pPr>
            <a:lvl8pPr lvl="7" rtl="0" algn="ctr">
              <a:spcBef>
                <a:spcPts val="0"/>
              </a:spcBef>
              <a:spcAft>
                <a:spcPts val="0"/>
              </a:spcAft>
              <a:buSzPts val="4800"/>
              <a:buFont typeface="Crimson Text"/>
              <a:buNone/>
              <a:defRPr sz="4800">
                <a:latin typeface="Crimson Text"/>
                <a:ea typeface="Crimson Text"/>
                <a:cs typeface="Crimson Text"/>
                <a:sym typeface="Crimson Text"/>
              </a:defRPr>
            </a:lvl8pPr>
            <a:lvl9pPr lvl="8" rtl="0" algn="ctr">
              <a:spcBef>
                <a:spcPts val="0"/>
              </a:spcBef>
              <a:spcAft>
                <a:spcPts val="0"/>
              </a:spcAft>
              <a:buSzPts val="4800"/>
              <a:buFont typeface="Crimson Text"/>
              <a:buNone/>
              <a:defRPr sz="4800">
                <a:latin typeface="Crimson Text"/>
                <a:ea typeface="Crimson Text"/>
                <a:cs typeface="Crimson Text"/>
                <a:sym typeface="Crimson Text"/>
              </a:defRPr>
            </a:lvl9pPr>
          </a:lstStyle>
          <a:p/>
        </p:txBody>
      </p:sp>
      <p:sp>
        <p:nvSpPr>
          <p:cNvPr id="120" name="Google Shape;120;p16"/>
          <p:cNvSpPr txBox="1"/>
          <p:nvPr>
            <p:ph idx="1" type="subTitle"/>
          </p:nvPr>
        </p:nvSpPr>
        <p:spPr>
          <a:xfrm>
            <a:off x="699900" y="1675902"/>
            <a:ext cx="5458200" cy="997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None/>
              <a:defRPr sz="20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21" name="Google Shape;121;p1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2" name="Google Shape;122;p1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3" name="Google Shape;123;p16"/>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24" name="Google Shape;124;p16"/>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13">
    <p:spTree>
      <p:nvGrpSpPr>
        <p:cNvPr id="125" name="Shape 125"/>
        <p:cNvGrpSpPr/>
        <p:nvPr/>
      </p:nvGrpSpPr>
      <p:grpSpPr>
        <a:xfrm>
          <a:off x="0" y="0"/>
          <a:ext cx="0" cy="0"/>
          <a:chOff x="0" y="0"/>
          <a:chExt cx="0" cy="0"/>
        </a:xfrm>
      </p:grpSpPr>
      <p:sp>
        <p:nvSpPr>
          <p:cNvPr id="126" name="Google Shape;126;p17"/>
          <p:cNvSpPr txBox="1"/>
          <p:nvPr>
            <p:ph idx="1" type="subTitle"/>
          </p:nvPr>
        </p:nvSpPr>
        <p:spPr>
          <a:xfrm>
            <a:off x="2648400" y="1682000"/>
            <a:ext cx="3847200" cy="2379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accent1"/>
              </a:buClr>
              <a:buSzPts val="1400"/>
              <a:buChar char="●"/>
              <a:defRPr sz="1400"/>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
        <p:nvSpPr>
          <p:cNvPr id="127" name="Google Shape;127;p17"/>
          <p:cNvSpPr txBox="1"/>
          <p:nvPr>
            <p:ph type="title"/>
          </p:nvPr>
        </p:nvSpPr>
        <p:spPr>
          <a:xfrm>
            <a:off x="1732050" y="445025"/>
            <a:ext cx="56799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cxnSp>
        <p:nvCxnSpPr>
          <p:cNvPr id="128" name="Google Shape;128;p1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29" name="Google Shape;129;p1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30" name="Google Shape;130;p17"/>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31" name="Google Shape;131;p17"/>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3">
    <p:spTree>
      <p:nvGrpSpPr>
        <p:cNvPr id="132" name="Shape 132"/>
        <p:cNvGrpSpPr/>
        <p:nvPr/>
      </p:nvGrpSpPr>
      <p:grpSpPr>
        <a:xfrm>
          <a:off x="0" y="0"/>
          <a:ext cx="0" cy="0"/>
          <a:chOff x="0" y="0"/>
          <a:chExt cx="0" cy="0"/>
        </a:xfrm>
      </p:grpSpPr>
      <p:sp>
        <p:nvSpPr>
          <p:cNvPr id="133" name="Google Shape;133;p18"/>
          <p:cNvSpPr txBox="1"/>
          <p:nvPr>
            <p:ph type="title"/>
          </p:nvPr>
        </p:nvSpPr>
        <p:spPr>
          <a:xfrm>
            <a:off x="1994850" y="1482825"/>
            <a:ext cx="5154300" cy="12912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9000"/>
              <a:buNone/>
              <a:defRPr sz="9000"/>
            </a:lvl1pPr>
            <a:lvl2pPr lvl="1" rtl="0" algn="ctr">
              <a:spcBef>
                <a:spcPts val="0"/>
              </a:spcBef>
              <a:spcAft>
                <a:spcPts val="0"/>
              </a:spcAft>
              <a:buSzPts val="9000"/>
              <a:buNone/>
              <a:defRPr sz="9000"/>
            </a:lvl2pPr>
            <a:lvl3pPr lvl="2" rtl="0" algn="ctr">
              <a:spcBef>
                <a:spcPts val="0"/>
              </a:spcBef>
              <a:spcAft>
                <a:spcPts val="0"/>
              </a:spcAft>
              <a:buSzPts val="9000"/>
              <a:buNone/>
              <a:defRPr sz="9000"/>
            </a:lvl3pPr>
            <a:lvl4pPr lvl="3" rtl="0" algn="ctr">
              <a:spcBef>
                <a:spcPts val="0"/>
              </a:spcBef>
              <a:spcAft>
                <a:spcPts val="0"/>
              </a:spcAft>
              <a:buSzPts val="9000"/>
              <a:buNone/>
              <a:defRPr sz="9000"/>
            </a:lvl4pPr>
            <a:lvl5pPr lvl="4" rtl="0" algn="ctr">
              <a:spcBef>
                <a:spcPts val="0"/>
              </a:spcBef>
              <a:spcAft>
                <a:spcPts val="0"/>
              </a:spcAft>
              <a:buSzPts val="9000"/>
              <a:buNone/>
              <a:defRPr sz="9000"/>
            </a:lvl5pPr>
            <a:lvl6pPr lvl="5" rtl="0" algn="ctr">
              <a:spcBef>
                <a:spcPts val="0"/>
              </a:spcBef>
              <a:spcAft>
                <a:spcPts val="0"/>
              </a:spcAft>
              <a:buSzPts val="9000"/>
              <a:buNone/>
              <a:defRPr sz="9000"/>
            </a:lvl6pPr>
            <a:lvl7pPr lvl="6" rtl="0" algn="ctr">
              <a:spcBef>
                <a:spcPts val="0"/>
              </a:spcBef>
              <a:spcAft>
                <a:spcPts val="0"/>
              </a:spcAft>
              <a:buSzPts val="9000"/>
              <a:buNone/>
              <a:defRPr sz="9000"/>
            </a:lvl7pPr>
            <a:lvl8pPr lvl="7" rtl="0" algn="ctr">
              <a:spcBef>
                <a:spcPts val="0"/>
              </a:spcBef>
              <a:spcAft>
                <a:spcPts val="0"/>
              </a:spcAft>
              <a:buSzPts val="9000"/>
              <a:buNone/>
              <a:defRPr sz="9000"/>
            </a:lvl8pPr>
            <a:lvl9pPr lvl="8" rtl="0" algn="ctr">
              <a:spcBef>
                <a:spcPts val="0"/>
              </a:spcBef>
              <a:spcAft>
                <a:spcPts val="0"/>
              </a:spcAft>
              <a:buSzPts val="9000"/>
              <a:buNone/>
              <a:defRPr sz="9000"/>
            </a:lvl9pPr>
          </a:lstStyle>
          <a:p/>
        </p:txBody>
      </p:sp>
      <p:sp>
        <p:nvSpPr>
          <p:cNvPr id="134" name="Google Shape;134;p18"/>
          <p:cNvSpPr txBox="1"/>
          <p:nvPr>
            <p:ph idx="1" type="subTitle"/>
          </p:nvPr>
        </p:nvSpPr>
        <p:spPr>
          <a:xfrm>
            <a:off x="2299500" y="2972150"/>
            <a:ext cx="4545000" cy="554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cxnSp>
        <p:nvCxnSpPr>
          <p:cNvPr id="135" name="Google Shape;135;p1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36" name="Google Shape;136;p1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14">
    <p:spTree>
      <p:nvGrpSpPr>
        <p:cNvPr id="137" name="Shape 137"/>
        <p:cNvGrpSpPr/>
        <p:nvPr/>
      </p:nvGrpSpPr>
      <p:grpSpPr>
        <a:xfrm>
          <a:off x="0" y="0"/>
          <a:ext cx="0" cy="0"/>
          <a:chOff x="0" y="0"/>
          <a:chExt cx="0" cy="0"/>
        </a:xfrm>
      </p:grpSpPr>
      <p:sp>
        <p:nvSpPr>
          <p:cNvPr id="138" name="Google Shape;138;p19"/>
          <p:cNvSpPr txBox="1"/>
          <p:nvPr>
            <p:ph type="title"/>
          </p:nvPr>
        </p:nvSpPr>
        <p:spPr>
          <a:xfrm>
            <a:off x="3742850" y="1549875"/>
            <a:ext cx="4545000" cy="1291200"/>
          </a:xfrm>
          <a:prstGeom prst="rect">
            <a:avLst/>
          </a:prstGeom>
        </p:spPr>
        <p:txBody>
          <a:bodyPr anchorCtr="0" anchor="t" bIns="91425" lIns="91425" spcFirstLastPara="1" rIns="91425" wrap="square" tIns="91425">
            <a:noAutofit/>
          </a:bodyPr>
          <a:lstStyle>
            <a:lvl1pPr lvl="0" rtl="0">
              <a:spcBef>
                <a:spcPts val="0"/>
              </a:spcBef>
              <a:spcAft>
                <a:spcPts val="0"/>
              </a:spcAft>
              <a:buSzPts val="9000"/>
              <a:buNone/>
              <a:defRPr sz="9000"/>
            </a:lvl1pPr>
            <a:lvl2pPr lvl="1" rtl="0">
              <a:spcBef>
                <a:spcPts val="0"/>
              </a:spcBef>
              <a:spcAft>
                <a:spcPts val="0"/>
              </a:spcAft>
              <a:buSzPts val="9000"/>
              <a:buNone/>
              <a:defRPr sz="9000"/>
            </a:lvl2pPr>
            <a:lvl3pPr lvl="2" rtl="0">
              <a:spcBef>
                <a:spcPts val="0"/>
              </a:spcBef>
              <a:spcAft>
                <a:spcPts val="0"/>
              </a:spcAft>
              <a:buSzPts val="9000"/>
              <a:buNone/>
              <a:defRPr sz="9000"/>
            </a:lvl3pPr>
            <a:lvl4pPr lvl="3" rtl="0">
              <a:spcBef>
                <a:spcPts val="0"/>
              </a:spcBef>
              <a:spcAft>
                <a:spcPts val="0"/>
              </a:spcAft>
              <a:buSzPts val="9000"/>
              <a:buNone/>
              <a:defRPr sz="9000"/>
            </a:lvl4pPr>
            <a:lvl5pPr lvl="4" rtl="0">
              <a:spcBef>
                <a:spcPts val="0"/>
              </a:spcBef>
              <a:spcAft>
                <a:spcPts val="0"/>
              </a:spcAft>
              <a:buSzPts val="9000"/>
              <a:buNone/>
              <a:defRPr sz="9000"/>
            </a:lvl5pPr>
            <a:lvl6pPr lvl="5" rtl="0">
              <a:spcBef>
                <a:spcPts val="0"/>
              </a:spcBef>
              <a:spcAft>
                <a:spcPts val="0"/>
              </a:spcAft>
              <a:buSzPts val="9000"/>
              <a:buNone/>
              <a:defRPr sz="9000"/>
            </a:lvl6pPr>
            <a:lvl7pPr lvl="6" rtl="0">
              <a:spcBef>
                <a:spcPts val="0"/>
              </a:spcBef>
              <a:spcAft>
                <a:spcPts val="0"/>
              </a:spcAft>
              <a:buSzPts val="9000"/>
              <a:buNone/>
              <a:defRPr sz="9000"/>
            </a:lvl7pPr>
            <a:lvl8pPr lvl="7" rtl="0">
              <a:spcBef>
                <a:spcPts val="0"/>
              </a:spcBef>
              <a:spcAft>
                <a:spcPts val="0"/>
              </a:spcAft>
              <a:buSzPts val="9000"/>
              <a:buNone/>
              <a:defRPr sz="9000"/>
            </a:lvl8pPr>
            <a:lvl9pPr lvl="8" rtl="0">
              <a:spcBef>
                <a:spcPts val="0"/>
              </a:spcBef>
              <a:spcAft>
                <a:spcPts val="0"/>
              </a:spcAft>
              <a:buSzPts val="9000"/>
              <a:buNone/>
              <a:defRPr sz="9000"/>
            </a:lvl9pPr>
          </a:lstStyle>
          <a:p/>
        </p:txBody>
      </p:sp>
      <p:sp>
        <p:nvSpPr>
          <p:cNvPr id="139" name="Google Shape;139;p19"/>
          <p:cNvSpPr txBox="1"/>
          <p:nvPr>
            <p:ph idx="1" type="subTitle"/>
          </p:nvPr>
        </p:nvSpPr>
        <p:spPr>
          <a:xfrm>
            <a:off x="3742850" y="3039213"/>
            <a:ext cx="4545000" cy="554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None/>
              <a:defRPr sz="1400"/>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p:txBody>
      </p:sp>
      <p:cxnSp>
        <p:nvCxnSpPr>
          <p:cNvPr id="140" name="Google Shape;140;p1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41" name="Google Shape;141;p1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42" name="Google Shape;142;p19"/>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43" name="Google Shape;143;p19"/>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44" name="Google Shape;144;p19"/>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45" name="Google Shape;145;p19"/>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CUSTOM_15">
    <p:spTree>
      <p:nvGrpSpPr>
        <p:cNvPr id="146" name="Shape 146"/>
        <p:cNvGrpSpPr/>
        <p:nvPr/>
      </p:nvGrpSpPr>
      <p:grpSpPr>
        <a:xfrm>
          <a:off x="0" y="0"/>
          <a:ext cx="0" cy="0"/>
          <a:chOff x="0" y="0"/>
          <a:chExt cx="0" cy="0"/>
        </a:xfrm>
      </p:grpSpPr>
      <p:sp>
        <p:nvSpPr>
          <p:cNvPr id="147" name="Google Shape;147;p20"/>
          <p:cNvSpPr txBox="1"/>
          <p:nvPr>
            <p:ph type="title"/>
          </p:nvPr>
        </p:nvSpPr>
        <p:spPr>
          <a:xfrm>
            <a:off x="1677925" y="2511803"/>
            <a:ext cx="3714900" cy="805800"/>
          </a:xfrm>
          <a:prstGeom prst="rect">
            <a:avLst/>
          </a:prstGeom>
          <a:noFill/>
        </p:spPr>
        <p:txBody>
          <a:bodyPr anchorCtr="0" anchor="t" bIns="91425" lIns="91425" spcFirstLastPara="1" rIns="91425" wrap="square" tIns="91425">
            <a:noAutofit/>
          </a:bodyPr>
          <a:lstStyle>
            <a:lvl1pPr lvl="0" rtl="0" algn="r">
              <a:spcBef>
                <a:spcPts val="0"/>
              </a:spcBef>
              <a:spcAft>
                <a:spcPts val="0"/>
              </a:spcAft>
              <a:buClr>
                <a:schemeClr val="accent4"/>
              </a:buClr>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48" name="Google Shape;148;p20"/>
          <p:cNvSpPr txBox="1"/>
          <p:nvPr>
            <p:ph hasCustomPrompt="1" idx="2" type="title"/>
          </p:nvPr>
        </p:nvSpPr>
        <p:spPr>
          <a:xfrm>
            <a:off x="3741925" y="1484693"/>
            <a:ext cx="1650900" cy="978300"/>
          </a:xfrm>
          <a:prstGeom prst="rect">
            <a:avLst/>
          </a:prstGeom>
        </p:spPr>
        <p:txBody>
          <a:bodyPr anchorCtr="0" anchor="t" bIns="91425" lIns="91425" spcFirstLastPara="1" rIns="91425" wrap="square" tIns="91425">
            <a:noAutofit/>
          </a:bodyPr>
          <a:lstStyle>
            <a:lvl1pPr lvl="0" rtl="0" algn="r">
              <a:spcBef>
                <a:spcPts val="0"/>
              </a:spcBef>
              <a:spcAft>
                <a:spcPts val="0"/>
              </a:spcAft>
              <a:buSzPts val="6000"/>
              <a:buNone/>
              <a:defRPr sz="7000">
                <a:solidFill>
                  <a:schemeClr val="accent1"/>
                </a:solidFill>
              </a:defRPr>
            </a:lvl1pPr>
            <a:lvl2pPr lvl="1" rtl="0" algn="ctr">
              <a:spcBef>
                <a:spcPts val="0"/>
              </a:spcBef>
              <a:spcAft>
                <a:spcPts val="0"/>
              </a:spcAft>
              <a:buSzPts val="6000"/>
              <a:buNone/>
              <a:defRPr b="1" sz="6000"/>
            </a:lvl2pPr>
            <a:lvl3pPr lvl="2" rtl="0" algn="ctr">
              <a:spcBef>
                <a:spcPts val="0"/>
              </a:spcBef>
              <a:spcAft>
                <a:spcPts val="0"/>
              </a:spcAft>
              <a:buSzPts val="6000"/>
              <a:buNone/>
              <a:defRPr b="1" sz="6000"/>
            </a:lvl3pPr>
            <a:lvl4pPr lvl="3" rtl="0" algn="ctr">
              <a:spcBef>
                <a:spcPts val="0"/>
              </a:spcBef>
              <a:spcAft>
                <a:spcPts val="0"/>
              </a:spcAft>
              <a:buSzPts val="6000"/>
              <a:buNone/>
              <a:defRPr b="1" sz="6000"/>
            </a:lvl4pPr>
            <a:lvl5pPr lvl="4" rtl="0" algn="ctr">
              <a:spcBef>
                <a:spcPts val="0"/>
              </a:spcBef>
              <a:spcAft>
                <a:spcPts val="0"/>
              </a:spcAft>
              <a:buSzPts val="6000"/>
              <a:buNone/>
              <a:defRPr b="1" sz="6000"/>
            </a:lvl5pPr>
            <a:lvl6pPr lvl="5" rtl="0" algn="ctr">
              <a:spcBef>
                <a:spcPts val="0"/>
              </a:spcBef>
              <a:spcAft>
                <a:spcPts val="0"/>
              </a:spcAft>
              <a:buSzPts val="6000"/>
              <a:buNone/>
              <a:defRPr b="1" sz="6000"/>
            </a:lvl6pPr>
            <a:lvl7pPr lvl="6" rtl="0" algn="ctr">
              <a:spcBef>
                <a:spcPts val="0"/>
              </a:spcBef>
              <a:spcAft>
                <a:spcPts val="0"/>
              </a:spcAft>
              <a:buSzPts val="6000"/>
              <a:buNone/>
              <a:defRPr b="1" sz="6000"/>
            </a:lvl7pPr>
            <a:lvl8pPr lvl="7" rtl="0" algn="ctr">
              <a:spcBef>
                <a:spcPts val="0"/>
              </a:spcBef>
              <a:spcAft>
                <a:spcPts val="0"/>
              </a:spcAft>
              <a:buSzPts val="6000"/>
              <a:buNone/>
              <a:defRPr b="1" sz="6000"/>
            </a:lvl8pPr>
            <a:lvl9pPr lvl="8" rtl="0" algn="ctr">
              <a:spcBef>
                <a:spcPts val="0"/>
              </a:spcBef>
              <a:spcAft>
                <a:spcPts val="0"/>
              </a:spcAft>
              <a:buSzPts val="6000"/>
              <a:buNone/>
              <a:defRPr b="1" sz="6000"/>
            </a:lvl9pPr>
          </a:lstStyle>
          <a:p>
            <a:r>
              <a:t>xx%</a:t>
            </a:r>
          </a:p>
        </p:txBody>
      </p:sp>
      <p:sp>
        <p:nvSpPr>
          <p:cNvPr id="149" name="Google Shape;149;p20"/>
          <p:cNvSpPr txBox="1"/>
          <p:nvPr>
            <p:ph idx="1" type="subTitle"/>
          </p:nvPr>
        </p:nvSpPr>
        <p:spPr>
          <a:xfrm>
            <a:off x="831625" y="3244000"/>
            <a:ext cx="4561200" cy="3930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8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50" name="Google Shape;150;p20"/>
          <p:cNvCxnSpPr/>
          <p:nvPr/>
        </p:nvCxnSpPr>
        <p:spPr>
          <a:xfrm rot="10800000">
            <a:off x="-30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1" name="Google Shape;151;p20"/>
          <p:cNvCxnSpPr/>
          <p:nvPr/>
        </p:nvCxnSpPr>
        <p:spPr>
          <a:xfrm rot="10800000">
            <a:off x="-30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2" name="Google Shape;152;p20"/>
          <p:cNvCxnSpPr/>
          <p:nvPr/>
        </p:nvCxnSpPr>
        <p:spPr>
          <a:xfrm>
            <a:off x="-112875" y="3979775"/>
            <a:ext cx="1378500" cy="12363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53" name="Google Shape;153;p20"/>
          <p:cNvCxnSpPr/>
          <p:nvPr/>
        </p:nvCxnSpPr>
        <p:spPr>
          <a:xfrm>
            <a:off x="7908725" y="-88700"/>
            <a:ext cx="1418700" cy="1064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154" name="Shape 154"/>
        <p:cNvGrpSpPr/>
        <p:nvPr/>
      </p:nvGrpSpPr>
      <p:grpSpPr>
        <a:xfrm>
          <a:off x="0" y="0"/>
          <a:ext cx="0" cy="0"/>
          <a:chOff x="0" y="0"/>
          <a:chExt cx="0" cy="0"/>
        </a:xfrm>
      </p:grpSpPr>
      <p:sp>
        <p:nvSpPr>
          <p:cNvPr id="155" name="Google Shape;155;p21"/>
          <p:cNvSpPr txBox="1"/>
          <p:nvPr>
            <p:ph type="title"/>
          </p:nvPr>
        </p:nvSpPr>
        <p:spPr>
          <a:xfrm>
            <a:off x="713225" y="445025"/>
            <a:ext cx="77175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cxnSp>
        <p:nvCxnSpPr>
          <p:cNvPr id="156" name="Google Shape;156;p2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7" name="Google Shape;157;p2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58" name="Google Shape;158;p21"/>
          <p:cNvCxnSpPr/>
          <p:nvPr/>
        </p:nvCxnSpPr>
        <p:spPr>
          <a:xfrm>
            <a:off x="7207350" y="-153175"/>
            <a:ext cx="2120400" cy="12738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6">
    <p:spTree>
      <p:nvGrpSpPr>
        <p:cNvPr id="159" name="Shape 159"/>
        <p:cNvGrpSpPr/>
        <p:nvPr/>
      </p:nvGrpSpPr>
      <p:grpSpPr>
        <a:xfrm>
          <a:off x="0" y="0"/>
          <a:ext cx="0" cy="0"/>
          <a:chOff x="0" y="0"/>
          <a:chExt cx="0" cy="0"/>
        </a:xfrm>
      </p:grpSpPr>
      <p:cxnSp>
        <p:nvCxnSpPr>
          <p:cNvPr id="160" name="Google Shape;160;p2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61" name="Google Shape;161;p2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62" name="Google Shape;162;p22"/>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63" name="Google Shape;163;p22"/>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64" name="Google Shape;164;p22"/>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65" name="Google Shape;165;p22"/>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166" name="Google Shape;166;p22"/>
          <p:cNvSpPr txBox="1"/>
          <p:nvPr>
            <p:ph type="title"/>
          </p:nvPr>
        </p:nvSpPr>
        <p:spPr>
          <a:xfrm>
            <a:off x="713225" y="445025"/>
            <a:ext cx="77175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17">
    <p:spTree>
      <p:nvGrpSpPr>
        <p:cNvPr id="167" name="Shape 167"/>
        <p:cNvGrpSpPr/>
        <p:nvPr/>
      </p:nvGrpSpPr>
      <p:grpSpPr>
        <a:xfrm>
          <a:off x="0" y="0"/>
          <a:ext cx="0" cy="0"/>
          <a:chOff x="0" y="0"/>
          <a:chExt cx="0" cy="0"/>
        </a:xfrm>
      </p:grpSpPr>
      <p:sp>
        <p:nvSpPr>
          <p:cNvPr id="168" name="Google Shape;168;p23"/>
          <p:cNvSpPr txBox="1"/>
          <p:nvPr>
            <p:ph type="title"/>
          </p:nvPr>
        </p:nvSpPr>
        <p:spPr>
          <a:xfrm>
            <a:off x="1877475" y="445025"/>
            <a:ext cx="53892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69" name="Google Shape;169;p23"/>
          <p:cNvSpPr txBox="1"/>
          <p:nvPr>
            <p:ph idx="1" type="subTitle"/>
          </p:nvPr>
        </p:nvSpPr>
        <p:spPr>
          <a:xfrm>
            <a:off x="3226708" y="1405390"/>
            <a:ext cx="2486100" cy="4011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0" name="Google Shape;170;p23"/>
          <p:cNvSpPr txBox="1"/>
          <p:nvPr>
            <p:ph idx="2" type="subTitle"/>
          </p:nvPr>
        </p:nvSpPr>
        <p:spPr>
          <a:xfrm>
            <a:off x="3226708" y="180641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171" name="Google Shape;171;p23"/>
          <p:cNvSpPr txBox="1"/>
          <p:nvPr>
            <p:ph idx="3" type="subTitle"/>
          </p:nvPr>
        </p:nvSpPr>
        <p:spPr>
          <a:xfrm>
            <a:off x="719108" y="1405390"/>
            <a:ext cx="2486100" cy="4011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2" name="Google Shape;172;p23"/>
          <p:cNvSpPr txBox="1"/>
          <p:nvPr>
            <p:ph idx="4" type="subTitle"/>
          </p:nvPr>
        </p:nvSpPr>
        <p:spPr>
          <a:xfrm>
            <a:off x="719108" y="180641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173" name="Google Shape;173;p23"/>
          <p:cNvSpPr txBox="1"/>
          <p:nvPr>
            <p:ph idx="5" type="subTitle"/>
          </p:nvPr>
        </p:nvSpPr>
        <p:spPr>
          <a:xfrm>
            <a:off x="3226708" y="3171118"/>
            <a:ext cx="2486100" cy="4614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4" name="Google Shape;174;p23"/>
          <p:cNvSpPr txBox="1"/>
          <p:nvPr>
            <p:ph idx="6" type="subTitle"/>
          </p:nvPr>
        </p:nvSpPr>
        <p:spPr>
          <a:xfrm>
            <a:off x="3226708" y="356548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175" name="Google Shape;175;p23"/>
          <p:cNvSpPr txBox="1"/>
          <p:nvPr>
            <p:ph idx="7" type="subTitle"/>
          </p:nvPr>
        </p:nvSpPr>
        <p:spPr>
          <a:xfrm>
            <a:off x="719108" y="3171118"/>
            <a:ext cx="2486100" cy="4614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176" name="Google Shape;176;p23"/>
          <p:cNvSpPr txBox="1"/>
          <p:nvPr>
            <p:ph idx="8" type="subTitle"/>
          </p:nvPr>
        </p:nvSpPr>
        <p:spPr>
          <a:xfrm>
            <a:off x="719158" y="3565487"/>
            <a:ext cx="2486100" cy="6186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177" name="Google Shape;177;p2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78" name="Google Shape;178;p2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8">
    <p:spTree>
      <p:nvGrpSpPr>
        <p:cNvPr id="179" name="Shape 179"/>
        <p:cNvGrpSpPr/>
        <p:nvPr/>
      </p:nvGrpSpPr>
      <p:grpSpPr>
        <a:xfrm>
          <a:off x="0" y="0"/>
          <a:ext cx="0" cy="0"/>
          <a:chOff x="0" y="0"/>
          <a:chExt cx="0" cy="0"/>
        </a:xfrm>
      </p:grpSpPr>
      <p:cxnSp>
        <p:nvCxnSpPr>
          <p:cNvPr id="180" name="Google Shape;180;p2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81" name="Google Shape;181;p2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82" name="Google Shape;182;p24"/>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83" name="Google Shape;183;p24"/>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184" name="Google Shape;184;p24"/>
          <p:cNvSpPr txBox="1"/>
          <p:nvPr>
            <p:ph idx="1" type="body"/>
          </p:nvPr>
        </p:nvSpPr>
        <p:spPr>
          <a:xfrm>
            <a:off x="5547900" y="3007750"/>
            <a:ext cx="2883000" cy="1595400"/>
          </a:xfrm>
          <a:prstGeom prst="rect">
            <a:avLst/>
          </a:prstGeom>
        </p:spPr>
        <p:txBody>
          <a:bodyPr anchorCtr="0" anchor="t" bIns="91425" lIns="91425" spcFirstLastPara="1" rIns="91425" wrap="square" tIns="91425">
            <a:noAutofit/>
          </a:bodyPr>
          <a:lstStyle>
            <a:lvl1pPr indent="-342900" lvl="0" marL="457200" rtl="0">
              <a:lnSpc>
                <a:spcPct val="100000"/>
              </a:lnSpc>
              <a:spcBef>
                <a:spcPts val="0"/>
              </a:spcBef>
              <a:spcAft>
                <a:spcPts val="0"/>
              </a:spcAft>
              <a:buSzPts val="1800"/>
              <a:buChar char="●"/>
              <a:defRPr sz="3000">
                <a:solidFill>
                  <a:schemeClr val="dk1"/>
                </a:solidFill>
                <a:latin typeface="Vidaloka"/>
                <a:ea typeface="Vidaloka"/>
                <a:cs typeface="Vidaloka"/>
                <a:sym typeface="Vidaloka"/>
              </a:defRPr>
            </a:lvl1pPr>
            <a:lvl2pPr indent="-317500" lvl="1" marL="914400" rtl="0">
              <a:lnSpc>
                <a:spcPct val="100000"/>
              </a:lnSpc>
              <a:spcBef>
                <a:spcPts val="0"/>
              </a:spcBef>
              <a:spcAft>
                <a:spcPts val="0"/>
              </a:spcAft>
              <a:buSzPts val="1400"/>
              <a:buChar char="○"/>
              <a:defRPr sz="3000">
                <a:latin typeface="Vidaloka"/>
                <a:ea typeface="Vidaloka"/>
                <a:cs typeface="Vidaloka"/>
                <a:sym typeface="Vidaloka"/>
              </a:defRPr>
            </a:lvl2pPr>
            <a:lvl3pPr indent="-317500" lvl="2" marL="1371600" rtl="0">
              <a:lnSpc>
                <a:spcPct val="100000"/>
              </a:lnSpc>
              <a:spcBef>
                <a:spcPts val="0"/>
              </a:spcBef>
              <a:spcAft>
                <a:spcPts val="0"/>
              </a:spcAft>
              <a:buSzPts val="1400"/>
              <a:buChar char="■"/>
              <a:defRPr sz="3000">
                <a:latin typeface="Vidaloka"/>
                <a:ea typeface="Vidaloka"/>
                <a:cs typeface="Vidaloka"/>
                <a:sym typeface="Vidaloka"/>
              </a:defRPr>
            </a:lvl3pPr>
            <a:lvl4pPr indent="-317500" lvl="3" marL="1828800" rtl="0">
              <a:lnSpc>
                <a:spcPct val="100000"/>
              </a:lnSpc>
              <a:spcBef>
                <a:spcPts val="0"/>
              </a:spcBef>
              <a:spcAft>
                <a:spcPts val="0"/>
              </a:spcAft>
              <a:buSzPts val="1400"/>
              <a:buChar char="●"/>
              <a:defRPr sz="3000">
                <a:latin typeface="Vidaloka"/>
                <a:ea typeface="Vidaloka"/>
                <a:cs typeface="Vidaloka"/>
                <a:sym typeface="Vidaloka"/>
              </a:defRPr>
            </a:lvl4pPr>
            <a:lvl5pPr indent="-317500" lvl="4" marL="2286000" rtl="0">
              <a:lnSpc>
                <a:spcPct val="100000"/>
              </a:lnSpc>
              <a:spcBef>
                <a:spcPts val="0"/>
              </a:spcBef>
              <a:spcAft>
                <a:spcPts val="0"/>
              </a:spcAft>
              <a:buSzPts val="1400"/>
              <a:buChar char="○"/>
              <a:defRPr sz="3000">
                <a:latin typeface="Vidaloka"/>
                <a:ea typeface="Vidaloka"/>
                <a:cs typeface="Vidaloka"/>
                <a:sym typeface="Vidaloka"/>
              </a:defRPr>
            </a:lvl5pPr>
            <a:lvl6pPr indent="-317500" lvl="5" marL="2743200" rtl="0">
              <a:lnSpc>
                <a:spcPct val="100000"/>
              </a:lnSpc>
              <a:spcBef>
                <a:spcPts val="0"/>
              </a:spcBef>
              <a:spcAft>
                <a:spcPts val="0"/>
              </a:spcAft>
              <a:buSzPts val="1400"/>
              <a:buChar char="■"/>
              <a:defRPr sz="3000">
                <a:latin typeface="Vidaloka"/>
                <a:ea typeface="Vidaloka"/>
                <a:cs typeface="Vidaloka"/>
                <a:sym typeface="Vidaloka"/>
              </a:defRPr>
            </a:lvl6pPr>
            <a:lvl7pPr indent="-317500" lvl="6" marL="3200400" rtl="0">
              <a:lnSpc>
                <a:spcPct val="100000"/>
              </a:lnSpc>
              <a:spcBef>
                <a:spcPts val="0"/>
              </a:spcBef>
              <a:spcAft>
                <a:spcPts val="0"/>
              </a:spcAft>
              <a:buSzPts val="1400"/>
              <a:buChar char="●"/>
              <a:defRPr sz="3000">
                <a:latin typeface="Vidaloka"/>
                <a:ea typeface="Vidaloka"/>
                <a:cs typeface="Vidaloka"/>
                <a:sym typeface="Vidaloka"/>
              </a:defRPr>
            </a:lvl7pPr>
            <a:lvl8pPr indent="-317500" lvl="7" marL="3657600" rtl="0">
              <a:lnSpc>
                <a:spcPct val="100000"/>
              </a:lnSpc>
              <a:spcBef>
                <a:spcPts val="0"/>
              </a:spcBef>
              <a:spcAft>
                <a:spcPts val="0"/>
              </a:spcAft>
              <a:buSzPts val="1400"/>
              <a:buChar char="○"/>
              <a:defRPr sz="3000">
                <a:latin typeface="Vidaloka"/>
                <a:ea typeface="Vidaloka"/>
                <a:cs typeface="Vidaloka"/>
                <a:sym typeface="Vidaloka"/>
              </a:defRPr>
            </a:lvl8pPr>
            <a:lvl9pPr indent="-317500" lvl="8" marL="4114800" rtl="0">
              <a:lnSpc>
                <a:spcPct val="100000"/>
              </a:lnSpc>
              <a:spcBef>
                <a:spcPts val="0"/>
              </a:spcBef>
              <a:spcAft>
                <a:spcPts val="0"/>
              </a:spcAft>
              <a:buSzPts val="1400"/>
              <a:buChar char="■"/>
              <a:defRPr sz="3000">
                <a:latin typeface="Vidaloka"/>
                <a:ea typeface="Vidaloka"/>
                <a:cs typeface="Vidaloka"/>
                <a:sym typeface="Vidaloka"/>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CUSTOM_19">
    <p:spTree>
      <p:nvGrpSpPr>
        <p:cNvPr id="185" name="Shape 185"/>
        <p:cNvGrpSpPr/>
        <p:nvPr/>
      </p:nvGrpSpPr>
      <p:grpSpPr>
        <a:xfrm>
          <a:off x="0" y="0"/>
          <a:ext cx="0" cy="0"/>
          <a:chOff x="0" y="0"/>
          <a:chExt cx="0" cy="0"/>
        </a:xfrm>
      </p:grpSpPr>
      <p:sp>
        <p:nvSpPr>
          <p:cNvPr id="186" name="Google Shape;186;p25"/>
          <p:cNvSpPr txBox="1"/>
          <p:nvPr>
            <p:ph hasCustomPrompt="1" type="title"/>
          </p:nvPr>
        </p:nvSpPr>
        <p:spPr>
          <a:xfrm>
            <a:off x="713225" y="1345375"/>
            <a:ext cx="6120300" cy="1644300"/>
          </a:xfrm>
          <a:prstGeom prst="rect">
            <a:avLst/>
          </a:prstGeom>
        </p:spPr>
        <p:txBody>
          <a:bodyPr anchorCtr="0" anchor="t" bIns="91425" lIns="91425" spcFirstLastPara="1" rIns="91425" wrap="square" tIns="91425">
            <a:noAutofit/>
          </a:bodyPr>
          <a:lstStyle>
            <a:lvl1pPr lvl="0" rtl="0">
              <a:spcBef>
                <a:spcPts val="0"/>
              </a:spcBef>
              <a:spcAft>
                <a:spcPts val="0"/>
              </a:spcAft>
              <a:buSzPts val="12000"/>
              <a:buNone/>
              <a:defRPr sz="12000">
                <a:solidFill>
                  <a:schemeClr val="accent1"/>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87" name="Google Shape;187;p25"/>
          <p:cNvSpPr txBox="1"/>
          <p:nvPr>
            <p:ph idx="1" type="subTitle"/>
          </p:nvPr>
        </p:nvSpPr>
        <p:spPr>
          <a:xfrm>
            <a:off x="713225" y="3188648"/>
            <a:ext cx="6120300" cy="3750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sz="1600"/>
            </a:lvl1pPr>
            <a:lvl2pPr lvl="1" rtl="0">
              <a:spcBef>
                <a:spcPts val="0"/>
              </a:spcBef>
              <a:spcAft>
                <a:spcPts val="0"/>
              </a:spcAft>
              <a:buSzPts val="1600"/>
              <a:buNone/>
              <a:defRPr sz="1600"/>
            </a:lvl2pPr>
            <a:lvl3pPr lvl="2" rtl="0">
              <a:spcBef>
                <a:spcPts val="0"/>
              </a:spcBef>
              <a:spcAft>
                <a:spcPts val="0"/>
              </a:spcAft>
              <a:buSzPts val="1600"/>
              <a:buNone/>
              <a:defRPr sz="1600"/>
            </a:lvl3pPr>
            <a:lvl4pPr lvl="3" rtl="0">
              <a:spcBef>
                <a:spcPts val="0"/>
              </a:spcBef>
              <a:spcAft>
                <a:spcPts val="0"/>
              </a:spcAft>
              <a:buSzPts val="1600"/>
              <a:buNone/>
              <a:defRPr sz="1600"/>
            </a:lvl4pPr>
            <a:lvl5pPr lvl="4" rtl="0">
              <a:spcBef>
                <a:spcPts val="0"/>
              </a:spcBef>
              <a:spcAft>
                <a:spcPts val="0"/>
              </a:spcAft>
              <a:buSzPts val="1600"/>
              <a:buNone/>
              <a:defRPr sz="1600"/>
            </a:lvl5pPr>
            <a:lvl6pPr lvl="5" rtl="0">
              <a:spcBef>
                <a:spcPts val="0"/>
              </a:spcBef>
              <a:spcAft>
                <a:spcPts val="0"/>
              </a:spcAft>
              <a:buSzPts val="1600"/>
              <a:buNone/>
              <a:defRPr sz="1600"/>
            </a:lvl6pPr>
            <a:lvl7pPr lvl="6" rtl="0">
              <a:spcBef>
                <a:spcPts val="0"/>
              </a:spcBef>
              <a:spcAft>
                <a:spcPts val="0"/>
              </a:spcAft>
              <a:buSzPts val="1600"/>
              <a:buNone/>
              <a:defRPr sz="1600"/>
            </a:lvl7pPr>
            <a:lvl8pPr lvl="7" rtl="0">
              <a:spcBef>
                <a:spcPts val="0"/>
              </a:spcBef>
              <a:spcAft>
                <a:spcPts val="0"/>
              </a:spcAft>
              <a:buSzPts val="1600"/>
              <a:buNone/>
              <a:defRPr sz="1600"/>
            </a:lvl8pPr>
            <a:lvl9pPr lvl="8" rtl="0">
              <a:spcBef>
                <a:spcPts val="0"/>
              </a:spcBef>
              <a:spcAft>
                <a:spcPts val="0"/>
              </a:spcAft>
              <a:buSzPts val="1600"/>
              <a:buNone/>
              <a:defRPr sz="1600"/>
            </a:lvl9pPr>
          </a:lstStyle>
          <a:p/>
        </p:txBody>
      </p:sp>
      <p:cxnSp>
        <p:nvCxnSpPr>
          <p:cNvPr id="188" name="Google Shape;188;p2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89" name="Google Shape;189;p2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90" name="Google Shape;190;p25"/>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191" name="Google Shape;191;p25"/>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SECTION_HEADER_1">
    <p:spTree>
      <p:nvGrpSpPr>
        <p:cNvPr id="192" name="Shape 192"/>
        <p:cNvGrpSpPr/>
        <p:nvPr/>
      </p:nvGrpSpPr>
      <p:grpSpPr>
        <a:xfrm>
          <a:off x="0" y="0"/>
          <a:ext cx="0" cy="0"/>
          <a:chOff x="0" y="0"/>
          <a:chExt cx="0" cy="0"/>
        </a:xfrm>
      </p:grpSpPr>
      <p:sp>
        <p:nvSpPr>
          <p:cNvPr id="193" name="Google Shape;193;p26"/>
          <p:cNvSpPr txBox="1"/>
          <p:nvPr>
            <p:ph type="title"/>
          </p:nvPr>
        </p:nvSpPr>
        <p:spPr>
          <a:xfrm>
            <a:off x="4956100" y="2467375"/>
            <a:ext cx="2475300" cy="648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600"/>
              <a:buNone/>
              <a:defRPr sz="35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p:txBody>
      </p:sp>
      <p:sp>
        <p:nvSpPr>
          <p:cNvPr id="194" name="Google Shape;194;p26"/>
          <p:cNvSpPr txBox="1"/>
          <p:nvPr>
            <p:ph hasCustomPrompt="1" idx="2" type="title"/>
          </p:nvPr>
        </p:nvSpPr>
        <p:spPr>
          <a:xfrm>
            <a:off x="4956100" y="1402325"/>
            <a:ext cx="1650900" cy="978300"/>
          </a:xfrm>
          <a:prstGeom prst="rect">
            <a:avLst/>
          </a:prstGeom>
        </p:spPr>
        <p:txBody>
          <a:bodyPr anchorCtr="0" anchor="ctr" bIns="91425" lIns="91425" spcFirstLastPara="1" rIns="91425" wrap="square" tIns="91425">
            <a:noAutofit/>
          </a:bodyPr>
          <a:lstStyle>
            <a:lvl1pPr lvl="0" rtl="0">
              <a:spcBef>
                <a:spcPts val="0"/>
              </a:spcBef>
              <a:spcAft>
                <a:spcPts val="0"/>
              </a:spcAft>
              <a:buSzPts val="6000"/>
              <a:buNone/>
              <a:defRPr sz="7000">
                <a:solidFill>
                  <a:schemeClr val="accent1"/>
                </a:solidFill>
              </a:defRPr>
            </a:lvl1pPr>
            <a:lvl2pPr lvl="1" rtl="0">
              <a:spcBef>
                <a:spcPts val="0"/>
              </a:spcBef>
              <a:spcAft>
                <a:spcPts val="0"/>
              </a:spcAft>
              <a:buSzPts val="6000"/>
              <a:buNone/>
              <a:defRPr b="1" sz="6000"/>
            </a:lvl2pPr>
            <a:lvl3pPr lvl="2" rtl="0">
              <a:spcBef>
                <a:spcPts val="0"/>
              </a:spcBef>
              <a:spcAft>
                <a:spcPts val="0"/>
              </a:spcAft>
              <a:buSzPts val="6000"/>
              <a:buNone/>
              <a:defRPr b="1" sz="6000"/>
            </a:lvl3pPr>
            <a:lvl4pPr lvl="3" rtl="0">
              <a:spcBef>
                <a:spcPts val="0"/>
              </a:spcBef>
              <a:spcAft>
                <a:spcPts val="0"/>
              </a:spcAft>
              <a:buSzPts val="6000"/>
              <a:buNone/>
              <a:defRPr b="1" sz="6000"/>
            </a:lvl4pPr>
            <a:lvl5pPr lvl="4" rtl="0">
              <a:spcBef>
                <a:spcPts val="0"/>
              </a:spcBef>
              <a:spcAft>
                <a:spcPts val="0"/>
              </a:spcAft>
              <a:buSzPts val="6000"/>
              <a:buNone/>
              <a:defRPr b="1" sz="6000"/>
            </a:lvl5pPr>
            <a:lvl6pPr lvl="5" rtl="0">
              <a:spcBef>
                <a:spcPts val="0"/>
              </a:spcBef>
              <a:spcAft>
                <a:spcPts val="0"/>
              </a:spcAft>
              <a:buSzPts val="6000"/>
              <a:buNone/>
              <a:defRPr b="1" sz="6000"/>
            </a:lvl6pPr>
            <a:lvl7pPr lvl="6" rtl="0">
              <a:spcBef>
                <a:spcPts val="0"/>
              </a:spcBef>
              <a:spcAft>
                <a:spcPts val="0"/>
              </a:spcAft>
              <a:buSzPts val="6000"/>
              <a:buNone/>
              <a:defRPr b="1" sz="6000"/>
            </a:lvl7pPr>
            <a:lvl8pPr lvl="7" rtl="0">
              <a:spcBef>
                <a:spcPts val="0"/>
              </a:spcBef>
              <a:spcAft>
                <a:spcPts val="0"/>
              </a:spcAft>
              <a:buSzPts val="6000"/>
              <a:buNone/>
              <a:defRPr b="1" sz="6000"/>
            </a:lvl8pPr>
            <a:lvl9pPr lvl="8" rtl="0">
              <a:spcBef>
                <a:spcPts val="0"/>
              </a:spcBef>
              <a:spcAft>
                <a:spcPts val="0"/>
              </a:spcAft>
              <a:buSzPts val="6000"/>
              <a:buNone/>
              <a:defRPr b="1" sz="6000"/>
            </a:lvl9pPr>
          </a:lstStyle>
          <a:p>
            <a:r>
              <a:t>xx%</a:t>
            </a:r>
          </a:p>
        </p:txBody>
      </p:sp>
      <p:sp>
        <p:nvSpPr>
          <p:cNvPr id="195" name="Google Shape;195;p26"/>
          <p:cNvSpPr txBox="1"/>
          <p:nvPr>
            <p:ph idx="1" type="subTitle"/>
          </p:nvPr>
        </p:nvSpPr>
        <p:spPr>
          <a:xfrm>
            <a:off x="4956100" y="3116275"/>
            <a:ext cx="2475300" cy="624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96" name="Google Shape;196;p2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97" name="Google Shape;197;p2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198" name="Google Shape;198;p26"/>
          <p:cNvCxnSpPr/>
          <p:nvPr/>
        </p:nvCxnSpPr>
        <p:spPr>
          <a:xfrm>
            <a:off x="-209600" y="2402450"/>
            <a:ext cx="3144300" cy="27897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CUSTOM_20">
    <p:spTree>
      <p:nvGrpSpPr>
        <p:cNvPr id="199" name="Shape 199"/>
        <p:cNvGrpSpPr/>
        <p:nvPr/>
      </p:nvGrpSpPr>
      <p:grpSpPr>
        <a:xfrm>
          <a:off x="0" y="0"/>
          <a:ext cx="0" cy="0"/>
          <a:chOff x="0" y="0"/>
          <a:chExt cx="0" cy="0"/>
        </a:xfrm>
      </p:grpSpPr>
      <p:sp>
        <p:nvSpPr>
          <p:cNvPr id="200" name="Google Shape;200;p27"/>
          <p:cNvSpPr txBox="1"/>
          <p:nvPr>
            <p:ph type="title"/>
          </p:nvPr>
        </p:nvSpPr>
        <p:spPr>
          <a:xfrm>
            <a:off x="4373850" y="944250"/>
            <a:ext cx="2475300" cy="6489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600"/>
              <a:buNone/>
              <a:defRPr sz="35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p:txBody>
      </p:sp>
      <p:sp>
        <p:nvSpPr>
          <p:cNvPr id="201" name="Google Shape;201;p27"/>
          <p:cNvSpPr txBox="1"/>
          <p:nvPr>
            <p:ph hasCustomPrompt="1" idx="2" type="title"/>
          </p:nvPr>
        </p:nvSpPr>
        <p:spPr>
          <a:xfrm>
            <a:off x="2294850" y="1096650"/>
            <a:ext cx="1650900" cy="9783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6000"/>
              <a:buNone/>
              <a:defRPr sz="7000">
                <a:solidFill>
                  <a:schemeClr val="accent1"/>
                </a:solidFill>
              </a:defRPr>
            </a:lvl1pPr>
            <a:lvl2pPr lvl="1" rtl="0">
              <a:spcBef>
                <a:spcPts val="0"/>
              </a:spcBef>
              <a:spcAft>
                <a:spcPts val="0"/>
              </a:spcAft>
              <a:buSzPts val="6000"/>
              <a:buNone/>
              <a:defRPr b="1" sz="6000"/>
            </a:lvl2pPr>
            <a:lvl3pPr lvl="2" rtl="0">
              <a:spcBef>
                <a:spcPts val="0"/>
              </a:spcBef>
              <a:spcAft>
                <a:spcPts val="0"/>
              </a:spcAft>
              <a:buSzPts val="6000"/>
              <a:buNone/>
              <a:defRPr b="1" sz="6000"/>
            </a:lvl3pPr>
            <a:lvl4pPr lvl="3" rtl="0">
              <a:spcBef>
                <a:spcPts val="0"/>
              </a:spcBef>
              <a:spcAft>
                <a:spcPts val="0"/>
              </a:spcAft>
              <a:buSzPts val="6000"/>
              <a:buNone/>
              <a:defRPr b="1" sz="6000"/>
            </a:lvl4pPr>
            <a:lvl5pPr lvl="4" rtl="0">
              <a:spcBef>
                <a:spcPts val="0"/>
              </a:spcBef>
              <a:spcAft>
                <a:spcPts val="0"/>
              </a:spcAft>
              <a:buSzPts val="6000"/>
              <a:buNone/>
              <a:defRPr b="1" sz="6000"/>
            </a:lvl5pPr>
            <a:lvl6pPr lvl="5" rtl="0">
              <a:spcBef>
                <a:spcPts val="0"/>
              </a:spcBef>
              <a:spcAft>
                <a:spcPts val="0"/>
              </a:spcAft>
              <a:buSzPts val="6000"/>
              <a:buNone/>
              <a:defRPr b="1" sz="6000"/>
            </a:lvl6pPr>
            <a:lvl7pPr lvl="6" rtl="0">
              <a:spcBef>
                <a:spcPts val="0"/>
              </a:spcBef>
              <a:spcAft>
                <a:spcPts val="0"/>
              </a:spcAft>
              <a:buSzPts val="6000"/>
              <a:buNone/>
              <a:defRPr b="1" sz="6000"/>
            </a:lvl7pPr>
            <a:lvl8pPr lvl="7" rtl="0">
              <a:spcBef>
                <a:spcPts val="0"/>
              </a:spcBef>
              <a:spcAft>
                <a:spcPts val="0"/>
              </a:spcAft>
              <a:buSzPts val="6000"/>
              <a:buNone/>
              <a:defRPr b="1" sz="6000"/>
            </a:lvl8pPr>
            <a:lvl9pPr lvl="8" rtl="0">
              <a:spcBef>
                <a:spcPts val="0"/>
              </a:spcBef>
              <a:spcAft>
                <a:spcPts val="0"/>
              </a:spcAft>
              <a:buSzPts val="6000"/>
              <a:buNone/>
              <a:defRPr b="1" sz="6000"/>
            </a:lvl9pPr>
          </a:lstStyle>
          <a:p>
            <a:r>
              <a:t>xx%</a:t>
            </a:r>
          </a:p>
        </p:txBody>
      </p:sp>
      <p:sp>
        <p:nvSpPr>
          <p:cNvPr id="202" name="Google Shape;202;p27"/>
          <p:cNvSpPr txBox="1"/>
          <p:nvPr>
            <p:ph idx="1" type="subTitle"/>
          </p:nvPr>
        </p:nvSpPr>
        <p:spPr>
          <a:xfrm>
            <a:off x="4373850" y="1593150"/>
            <a:ext cx="2475300" cy="624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03" name="Google Shape;203;p2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04" name="Google Shape;204;p2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05" name="Google Shape;205;p27"/>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06" name="Google Shape;206;p27"/>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07" name="Google Shape;207;p27"/>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08" name="Google Shape;208;p27"/>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3_1">
    <p:spTree>
      <p:nvGrpSpPr>
        <p:cNvPr id="209" name="Shape 209"/>
        <p:cNvGrpSpPr/>
        <p:nvPr/>
      </p:nvGrpSpPr>
      <p:grpSpPr>
        <a:xfrm>
          <a:off x="0" y="0"/>
          <a:ext cx="0" cy="0"/>
          <a:chOff x="0" y="0"/>
          <a:chExt cx="0" cy="0"/>
        </a:xfrm>
      </p:grpSpPr>
      <p:sp>
        <p:nvSpPr>
          <p:cNvPr id="210" name="Google Shape;210;p28"/>
          <p:cNvSpPr txBox="1"/>
          <p:nvPr>
            <p:ph type="title"/>
          </p:nvPr>
        </p:nvSpPr>
        <p:spPr>
          <a:xfrm>
            <a:off x="1043725" y="922567"/>
            <a:ext cx="3123000" cy="22575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000"/>
              <a:buNone/>
              <a:defRPr sz="3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1" name="Google Shape;211;p28"/>
          <p:cNvSpPr txBox="1"/>
          <p:nvPr>
            <p:ph idx="1" type="subTitle"/>
          </p:nvPr>
        </p:nvSpPr>
        <p:spPr>
          <a:xfrm>
            <a:off x="1043725" y="3360938"/>
            <a:ext cx="3013500" cy="780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cxnSp>
        <p:nvCxnSpPr>
          <p:cNvPr id="212" name="Google Shape;212;p2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3" name="Google Shape;213;p2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4" name="Google Shape;214;p28"/>
          <p:cNvCxnSpPr/>
          <p:nvPr/>
        </p:nvCxnSpPr>
        <p:spPr>
          <a:xfrm>
            <a:off x="5322650" y="-80625"/>
            <a:ext cx="4005000" cy="20073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4">
  <p:cSld name="CUSTOM_21">
    <p:spTree>
      <p:nvGrpSpPr>
        <p:cNvPr id="215" name="Shape 215"/>
        <p:cNvGrpSpPr/>
        <p:nvPr/>
      </p:nvGrpSpPr>
      <p:grpSpPr>
        <a:xfrm>
          <a:off x="0" y="0"/>
          <a:ext cx="0" cy="0"/>
          <a:chOff x="0" y="0"/>
          <a:chExt cx="0" cy="0"/>
        </a:xfrm>
      </p:grpSpPr>
      <p:sp>
        <p:nvSpPr>
          <p:cNvPr id="216" name="Google Shape;216;p29"/>
          <p:cNvSpPr txBox="1"/>
          <p:nvPr>
            <p:ph type="title"/>
          </p:nvPr>
        </p:nvSpPr>
        <p:spPr>
          <a:xfrm>
            <a:off x="5310925" y="962565"/>
            <a:ext cx="3123000" cy="22575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000"/>
              <a:buNone/>
              <a:defRPr sz="3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7" name="Google Shape;217;p29"/>
          <p:cNvSpPr txBox="1"/>
          <p:nvPr>
            <p:ph idx="1" type="subTitle"/>
          </p:nvPr>
        </p:nvSpPr>
        <p:spPr>
          <a:xfrm>
            <a:off x="5310925" y="3400935"/>
            <a:ext cx="3013500" cy="780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solidFill>
                  <a:schemeClr val="dk1"/>
                </a:solidFill>
              </a:defRPr>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cxnSp>
        <p:nvCxnSpPr>
          <p:cNvPr id="218" name="Google Shape;218;p2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19" name="Google Shape;219;p2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20" name="Google Shape;220;p29"/>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1" name="Google Shape;221;p29"/>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2" name="Google Shape;222;p29"/>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23" name="Google Shape;223;p29"/>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4">
    <p:spTree>
      <p:nvGrpSpPr>
        <p:cNvPr id="224" name="Shape 224"/>
        <p:cNvGrpSpPr/>
        <p:nvPr/>
      </p:nvGrpSpPr>
      <p:grpSpPr>
        <a:xfrm>
          <a:off x="0" y="0"/>
          <a:ext cx="0" cy="0"/>
          <a:chOff x="0" y="0"/>
          <a:chExt cx="0" cy="0"/>
        </a:xfrm>
      </p:grpSpPr>
      <p:sp>
        <p:nvSpPr>
          <p:cNvPr id="225" name="Google Shape;225;p30"/>
          <p:cNvSpPr txBox="1"/>
          <p:nvPr>
            <p:ph idx="1" type="subTitle"/>
          </p:nvPr>
        </p:nvSpPr>
        <p:spPr>
          <a:xfrm>
            <a:off x="3509000" y="25320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26" name="Google Shape;226;p30"/>
          <p:cNvSpPr txBox="1"/>
          <p:nvPr>
            <p:ph idx="2" type="subTitle"/>
          </p:nvPr>
        </p:nvSpPr>
        <p:spPr>
          <a:xfrm>
            <a:off x="3509025" y="2948247"/>
            <a:ext cx="2126100" cy="813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27" name="Google Shape;227;p30"/>
          <p:cNvSpPr txBox="1"/>
          <p:nvPr>
            <p:ph idx="3" type="subTitle"/>
          </p:nvPr>
        </p:nvSpPr>
        <p:spPr>
          <a:xfrm>
            <a:off x="953025" y="25320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28" name="Google Shape;228;p30"/>
          <p:cNvSpPr txBox="1"/>
          <p:nvPr>
            <p:ph idx="4" type="subTitle"/>
          </p:nvPr>
        </p:nvSpPr>
        <p:spPr>
          <a:xfrm>
            <a:off x="953125" y="2948247"/>
            <a:ext cx="2126100" cy="813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29" name="Google Shape;229;p30"/>
          <p:cNvSpPr txBox="1"/>
          <p:nvPr>
            <p:ph idx="5" type="subTitle"/>
          </p:nvPr>
        </p:nvSpPr>
        <p:spPr>
          <a:xfrm>
            <a:off x="6064875" y="25320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30" name="Google Shape;230;p30"/>
          <p:cNvSpPr txBox="1"/>
          <p:nvPr>
            <p:ph idx="6" type="subTitle"/>
          </p:nvPr>
        </p:nvSpPr>
        <p:spPr>
          <a:xfrm>
            <a:off x="6064875" y="2948247"/>
            <a:ext cx="2126100" cy="813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31" name="Google Shape;231;p30"/>
          <p:cNvSpPr txBox="1"/>
          <p:nvPr>
            <p:ph type="title"/>
          </p:nvPr>
        </p:nvSpPr>
        <p:spPr>
          <a:xfrm>
            <a:off x="713225" y="445025"/>
            <a:ext cx="66555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232" name="Google Shape;232;p3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33" name="Google Shape;233;p3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22">
    <p:spTree>
      <p:nvGrpSpPr>
        <p:cNvPr id="234" name="Shape 234"/>
        <p:cNvGrpSpPr/>
        <p:nvPr/>
      </p:nvGrpSpPr>
      <p:grpSpPr>
        <a:xfrm>
          <a:off x="0" y="0"/>
          <a:ext cx="0" cy="0"/>
          <a:chOff x="0" y="0"/>
          <a:chExt cx="0" cy="0"/>
        </a:xfrm>
      </p:grpSpPr>
      <p:sp>
        <p:nvSpPr>
          <p:cNvPr id="235" name="Google Shape;235;p31"/>
          <p:cNvSpPr txBox="1"/>
          <p:nvPr>
            <p:ph idx="1" type="subTitle"/>
          </p:nvPr>
        </p:nvSpPr>
        <p:spPr>
          <a:xfrm>
            <a:off x="3509000" y="16938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36" name="Google Shape;236;p31"/>
          <p:cNvSpPr txBox="1"/>
          <p:nvPr>
            <p:ph idx="2" type="subTitle"/>
          </p:nvPr>
        </p:nvSpPr>
        <p:spPr>
          <a:xfrm>
            <a:off x="3509025" y="21100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37" name="Google Shape;237;p31"/>
          <p:cNvSpPr txBox="1"/>
          <p:nvPr>
            <p:ph idx="3" type="subTitle"/>
          </p:nvPr>
        </p:nvSpPr>
        <p:spPr>
          <a:xfrm>
            <a:off x="953025" y="16938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38" name="Google Shape;238;p31"/>
          <p:cNvSpPr txBox="1"/>
          <p:nvPr>
            <p:ph idx="4" type="subTitle"/>
          </p:nvPr>
        </p:nvSpPr>
        <p:spPr>
          <a:xfrm>
            <a:off x="953125" y="21100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39" name="Google Shape;239;p31"/>
          <p:cNvSpPr txBox="1"/>
          <p:nvPr>
            <p:ph idx="5" type="subTitle"/>
          </p:nvPr>
        </p:nvSpPr>
        <p:spPr>
          <a:xfrm>
            <a:off x="6064875" y="16938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0" name="Google Shape;240;p31"/>
          <p:cNvSpPr txBox="1"/>
          <p:nvPr>
            <p:ph idx="6" type="subTitle"/>
          </p:nvPr>
        </p:nvSpPr>
        <p:spPr>
          <a:xfrm>
            <a:off x="6064875" y="21100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41" name="Google Shape;241;p31"/>
          <p:cNvSpPr txBox="1"/>
          <p:nvPr>
            <p:ph type="title"/>
          </p:nvPr>
        </p:nvSpPr>
        <p:spPr>
          <a:xfrm>
            <a:off x="1244250" y="445025"/>
            <a:ext cx="66555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242" name="Google Shape;242;p31"/>
          <p:cNvSpPr txBox="1"/>
          <p:nvPr>
            <p:ph idx="7" type="subTitle"/>
          </p:nvPr>
        </p:nvSpPr>
        <p:spPr>
          <a:xfrm>
            <a:off x="3509000"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3" name="Google Shape;243;p31"/>
          <p:cNvSpPr txBox="1"/>
          <p:nvPr>
            <p:ph idx="8" type="subTitle"/>
          </p:nvPr>
        </p:nvSpPr>
        <p:spPr>
          <a:xfrm>
            <a:off x="3509025" y="38149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44" name="Google Shape;244;p31"/>
          <p:cNvSpPr txBox="1"/>
          <p:nvPr>
            <p:ph idx="9" type="subTitle"/>
          </p:nvPr>
        </p:nvSpPr>
        <p:spPr>
          <a:xfrm>
            <a:off x="95302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5" name="Google Shape;245;p31"/>
          <p:cNvSpPr txBox="1"/>
          <p:nvPr>
            <p:ph idx="13" type="subTitle"/>
          </p:nvPr>
        </p:nvSpPr>
        <p:spPr>
          <a:xfrm>
            <a:off x="953125" y="38149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46" name="Google Shape;246;p31"/>
          <p:cNvSpPr txBox="1"/>
          <p:nvPr>
            <p:ph idx="14" type="subTitle"/>
          </p:nvPr>
        </p:nvSpPr>
        <p:spPr>
          <a:xfrm>
            <a:off x="606487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47" name="Google Shape;247;p31"/>
          <p:cNvSpPr txBox="1"/>
          <p:nvPr>
            <p:ph idx="15" type="subTitle"/>
          </p:nvPr>
        </p:nvSpPr>
        <p:spPr>
          <a:xfrm>
            <a:off x="6064875" y="3814949"/>
            <a:ext cx="2126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248" name="Google Shape;248;p3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49" name="Google Shape;249;p3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50" name="Google Shape;250;p31"/>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51" name="Google Shape;251;p31"/>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1 -">
  <p:cSld name="CUSTOM_32">
    <p:spTree>
      <p:nvGrpSpPr>
        <p:cNvPr id="252" name="Shape 252"/>
        <p:cNvGrpSpPr/>
        <p:nvPr/>
      </p:nvGrpSpPr>
      <p:grpSpPr>
        <a:xfrm>
          <a:off x="0" y="0"/>
          <a:ext cx="0" cy="0"/>
          <a:chOff x="0" y="0"/>
          <a:chExt cx="0" cy="0"/>
        </a:xfrm>
      </p:grpSpPr>
      <p:sp>
        <p:nvSpPr>
          <p:cNvPr id="253" name="Google Shape;253;p32"/>
          <p:cNvSpPr txBox="1"/>
          <p:nvPr>
            <p:ph idx="1" type="subTitle"/>
          </p:nvPr>
        </p:nvSpPr>
        <p:spPr>
          <a:xfrm>
            <a:off x="3414050"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54" name="Google Shape;254;p32"/>
          <p:cNvSpPr txBox="1"/>
          <p:nvPr>
            <p:ph idx="2" type="subTitle"/>
          </p:nvPr>
        </p:nvSpPr>
        <p:spPr>
          <a:xfrm>
            <a:off x="3564200"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55" name="Google Shape;255;p32"/>
          <p:cNvSpPr txBox="1"/>
          <p:nvPr>
            <p:ph idx="3" type="subTitle"/>
          </p:nvPr>
        </p:nvSpPr>
        <p:spPr>
          <a:xfrm>
            <a:off x="7057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56" name="Google Shape;256;p32"/>
          <p:cNvSpPr txBox="1"/>
          <p:nvPr>
            <p:ph idx="4" type="subTitle"/>
          </p:nvPr>
        </p:nvSpPr>
        <p:spPr>
          <a:xfrm>
            <a:off x="8558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57" name="Google Shape;257;p32"/>
          <p:cNvSpPr txBox="1"/>
          <p:nvPr>
            <p:ph idx="5" type="subTitle"/>
          </p:nvPr>
        </p:nvSpPr>
        <p:spPr>
          <a:xfrm>
            <a:off x="61223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58" name="Google Shape;258;p32"/>
          <p:cNvSpPr txBox="1"/>
          <p:nvPr>
            <p:ph idx="6" type="subTitle"/>
          </p:nvPr>
        </p:nvSpPr>
        <p:spPr>
          <a:xfrm>
            <a:off x="62724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59" name="Google Shape;259;p32"/>
          <p:cNvSpPr txBox="1"/>
          <p:nvPr>
            <p:ph idx="7" type="subTitle"/>
          </p:nvPr>
        </p:nvSpPr>
        <p:spPr>
          <a:xfrm>
            <a:off x="3414050" y="34533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60" name="Google Shape;260;p32"/>
          <p:cNvSpPr txBox="1"/>
          <p:nvPr>
            <p:ph idx="8" type="subTitle"/>
          </p:nvPr>
        </p:nvSpPr>
        <p:spPr>
          <a:xfrm>
            <a:off x="3564200" y="38695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61" name="Google Shape;261;p32"/>
          <p:cNvSpPr txBox="1"/>
          <p:nvPr>
            <p:ph idx="9" type="subTitle"/>
          </p:nvPr>
        </p:nvSpPr>
        <p:spPr>
          <a:xfrm>
            <a:off x="705725" y="34533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62" name="Google Shape;262;p32"/>
          <p:cNvSpPr txBox="1"/>
          <p:nvPr>
            <p:ph idx="13" type="subTitle"/>
          </p:nvPr>
        </p:nvSpPr>
        <p:spPr>
          <a:xfrm>
            <a:off x="855875" y="38695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63" name="Google Shape;263;p32"/>
          <p:cNvSpPr txBox="1"/>
          <p:nvPr>
            <p:ph idx="14" type="subTitle"/>
          </p:nvPr>
        </p:nvSpPr>
        <p:spPr>
          <a:xfrm>
            <a:off x="6122325" y="34533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64" name="Google Shape;264;p32"/>
          <p:cNvSpPr txBox="1"/>
          <p:nvPr>
            <p:ph idx="15" type="subTitle"/>
          </p:nvPr>
        </p:nvSpPr>
        <p:spPr>
          <a:xfrm>
            <a:off x="6272475" y="38695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65" name="Google Shape;265;p32"/>
          <p:cNvSpPr txBox="1"/>
          <p:nvPr>
            <p:ph type="title"/>
          </p:nvPr>
        </p:nvSpPr>
        <p:spPr>
          <a:xfrm>
            <a:off x="713225" y="445025"/>
            <a:ext cx="60807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266" name="Google Shape;266;p3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67" name="Google Shape;267;p3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ive columns">
  <p:cSld name="CUSTOM_33">
    <p:spTree>
      <p:nvGrpSpPr>
        <p:cNvPr id="268" name="Shape 268"/>
        <p:cNvGrpSpPr/>
        <p:nvPr/>
      </p:nvGrpSpPr>
      <p:grpSpPr>
        <a:xfrm>
          <a:off x="0" y="0"/>
          <a:ext cx="0" cy="0"/>
          <a:chOff x="0" y="0"/>
          <a:chExt cx="0" cy="0"/>
        </a:xfrm>
      </p:grpSpPr>
      <p:sp>
        <p:nvSpPr>
          <p:cNvPr id="269" name="Google Shape;269;p33"/>
          <p:cNvSpPr txBox="1"/>
          <p:nvPr>
            <p:ph idx="1" type="subTitle"/>
          </p:nvPr>
        </p:nvSpPr>
        <p:spPr>
          <a:xfrm>
            <a:off x="3414050"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0" name="Google Shape;270;p33"/>
          <p:cNvSpPr txBox="1"/>
          <p:nvPr>
            <p:ph idx="2" type="subTitle"/>
          </p:nvPr>
        </p:nvSpPr>
        <p:spPr>
          <a:xfrm>
            <a:off x="3564200"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1" name="Google Shape;271;p33"/>
          <p:cNvSpPr txBox="1"/>
          <p:nvPr>
            <p:ph idx="3" type="subTitle"/>
          </p:nvPr>
        </p:nvSpPr>
        <p:spPr>
          <a:xfrm>
            <a:off x="7057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2" name="Google Shape;272;p33"/>
          <p:cNvSpPr txBox="1"/>
          <p:nvPr>
            <p:ph idx="4" type="subTitle"/>
          </p:nvPr>
        </p:nvSpPr>
        <p:spPr>
          <a:xfrm>
            <a:off x="8558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3" name="Google Shape;273;p33"/>
          <p:cNvSpPr txBox="1"/>
          <p:nvPr>
            <p:ph idx="5" type="subTitle"/>
          </p:nvPr>
        </p:nvSpPr>
        <p:spPr>
          <a:xfrm>
            <a:off x="6122325" y="1714429"/>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4" name="Google Shape;274;p33"/>
          <p:cNvSpPr txBox="1"/>
          <p:nvPr>
            <p:ph idx="6" type="subTitle"/>
          </p:nvPr>
        </p:nvSpPr>
        <p:spPr>
          <a:xfrm>
            <a:off x="6272475" y="2124122"/>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5" name="Google Shape;275;p33"/>
          <p:cNvSpPr txBox="1"/>
          <p:nvPr>
            <p:ph idx="7" type="subTitle"/>
          </p:nvPr>
        </p:nvSpPr>
        <p:spPr>
          <a:xfrm>
            <a:off x="2059863" y="31485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6" name="Google Shape;276;p33"/>
          <p:cNvSpPr txBox="1"/>
          <p:nvPr>
            <p:ph idx="8" type="subTitle"/>
          </p:nvPr>
        </p:nvSpPr>
        <p:spPr>
          <a:xfrm>
            <a:off x="2210013" y="35647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7" name="Google Shape;277;p33"/>
          <p:cNvSpPr txBox="1"/>
          <p:nvPr>
            <p:ph idx="9" type="subTitle"/>
          </p:nvPr>
        </p:nvSpPr>
        <p:spPr>
          <a:xfrm>
            <a:off x="4768138" y="3148526"/>
            <a:ext cx="23160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1pPr>
            <a:lvl2pPr lvl="1"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2pPr>
            <a:lvl3pPr lvl="2"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3pPr>
            <a:lvl4pPr lvl="3"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4pPr>
            <a:lvl5pPr lvl="4"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5pPr>
            <a:lvl6pPr lvl="5"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6pPr>
            <a:lvl7pPr lvl="6"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7pPr>
            <a:lvl8pPr lvl="7"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8pPr>
            <a:lvl9pPr lvl="8" rtl="0" algn="ctr">
              <a:spcBef>
                <a:spcPts val="0"/>
              </a:spcBef>
              <a:spcAft>
                <a:spcPts val="0"/>
              </a:spcAft>
              <a:buClr>
                <a:schemeClr val="accent1"/>
              </a:buClr>
              <a:buSzPts val="2400"/>
              <a:buFont typeface="Vidaloka"/>
              <a:buNone/>
              <a:defRPr sz="2400">
                <a:solidFill>
                  <a:schemeClr val="accent1"/>
                </a:solidFill>
                <a:latin typeface="Vidaloka"/>
                <a:ea typeface="Vidaloka"/>
                <a:cs typeface="Vidaloka"/>
                <a:sym typeface="Vidaloka"/>
              </a:defRPr>
            </a:lvl9pPr>
          </a:lstStyle>
          <a:p/>
        </p:txBody>
      </p:sp>
      <p:sp>
        <p:nvSpPr>
          <p:cNvPr id="278" name="Google Shape;278;p33"/>
          <p:cNvSpPr txBox="1"/>
          <p:nvPr>
            <p:ph idx="13" type="subTitle"/>
          </p:nvPr>
        </p:nvSpPr>
        <p:spPr>
          <a:xfrm>
            <a:off x="4918288" y="3564736"/>
            <a:ext cx="20157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79" name="Google Shape;279;p33"/>
          <p:cNvSpPr txBox="1"/>
          <p:nvPr>
            <p:ph type="title"/>
          </p:nvPr>
        </p:nvSpPr>
        <p:spPr>
          <a:xfrm>
            <a:off x="1531650" y="445025"/>
            <a:ext cx="60807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280" name="Google Shape;280;p3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1" name="Google Shape;281;p3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2" name="Google Shape;282;p33"/>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83" name="Google Shape;283;p33"/>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34">
    <p:spTree>
      <p:nvGrpSpPr>
        <p:cNvPr id="284" name="Shape 284"/>
        <p:cNvGrpSpPr/>
        <p:nvPr/>
      </p:nvGrpSpPr>
      <p:grpSpPr>
        <a:xfrm>
          <a:off x="0" y="0"/>
          <a:ext cx="0" cy="0"/>
          <a:chOff x="0" y="0"/>
          <a:chExt cx="0" cy="0"/>
        </a:xfrm>
      </p:grpSpPr>
      <p:sp>
        <p:nvSpPr>
          <p:cNvPr id="285" name="Google Shape;285;p34"/>
          <p:cNvSpPr txBox="1"/>
          <p:nvPr>
            <p:ph type="title"/>
          </p:nvPr>
        </p:nvSpPr>
        <p:spPr>
          <a:xfrm>
            <a:off x="716225" y="1073000"/>
            <a:ext cx="5640600" cy="2856600"/>
          </a:xfrm>
          <a:prstGeom prst="rect">
            <a:avLst/>
          </a:prstGeom>
        </p:spPr>
        <p:txBody>
          <a:bodyPr anchorCtr="0" anchor="t" bIns="91425" lIns="91425" spcFirstLastPara="1" rIns="91425" wrap="square" tIns="91425">
            <a:noAutofit/>
          </a:bodyPr>
          <a:lstStyle>
            <a:lvl1pPr lvl="0" rtl="0">
              <a:spcBef>
                <a:spcPts val="0"/>
              </a:spcBef>
              <a:spcAft>
                <a:spcPts val="0"/>
              </a:spcAft>
              <a:buSzPts val="4800"/>
              <a:buNone/>
              <a:defRPr sz="96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cxnSp>
        <p:nvCxnSpPr>
          <p:cNvPr id="286" name="Google Shape;286;p3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7" name="Google Shape;287;p3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288" name="Google Shape;288;p34"/>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89" name="Google Shape;289;p34"/>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90" name="Google Shape;290;p34"/>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291" name="Google Shape;291;p34"/>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1">
  <p:cSld name="CUSTOM_35">
    <p:spTree>
      <p:nvGrpSpPr>
        <p:cNvPr id="292" name="Shape 292"/>
        <p:cNvGrpSpPr/>
        <p:nvPr/>
      </p:nvGrpSpPr>
      <p:grpSpPr>
        <a:xfrm>
          <a:off x="0" y="0"/>
          <a:ext cx="0" cy="0"/>
          <a:chOff x="0" y="0"/>
          <a:chExt cx="0" cy="0"/>
        </a:xfrm>
      </p:grpSpPr>
      <p:sp>
        <p:nvSpPr>
          <p:cNvPr id="293" name="Google Shape;293;p35"/>
          <p:cNvSpPr txBox="1"/>
          <p:nvPr>
            <p:ph idx="1" type="subTitle"/>
          </p:nvPr>
        </p:nvSpPr>
        <p:spPr>
          <a:xfrm>
            <a:off x="4916850" y="1894200"/>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94" name="Google Shape;294;p35"/>
          <p:cNvSpPr txBox="1"/>
          <p:nvPr>
            <p:ph idx="2" type="subTitle"/>
          </p:nvPr>
        </p:nvSpPr>
        <p:spPr>
          <a:xfrm>
            <a:off x="5058900" y="229647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95" name="Google Shape;295;p35"/>
          <p:cNvSpPr txBox="1"/>
          <p:nvPr>
            <p:ph idx="3" type="subTitle"/>
          </p:nvPr>
        </p:nvSpPr>
        <p:spPr>
          <a:xfrm>
            <a:off x="1911150" y="1894200"/>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96" name="Google Shape;296;p35"/>
          <p:cNvSpPr txBox="1"/>
          <p:nvPr>
            <p:ph idx="4" type="subTitle"/>
          </p:nvPr>
        </p:nvSpPr>
        <p:spPr>
          <a:xfrm>
            <a:off x="2053300" y="229647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97" name="Google Shape;297;p35"/>
          <p:cNvSpPr txBox="1"/>
          <p:nvPr>
            <p:ph idx="5" type="subTitle"/>
          </p:nvPr>
        </p:nvSpPr>
        <p:spPr>
          <a:xfrm>
            <a:off x="4916850" y="3528902"/>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298" name="Google Shape;298;p35"/>
          <p:cNvSpPr txBox="1"/>
          <p:nvPr>
            <p:ph idx="6" type="subTitle"/>
          </p:nvPr>
        </p:nvSpPr>
        <p:spPr>
          <a:xfrm>
            <a:off x="5058900" y="392373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299" name="Google Shape;299;p35"/>
          <p:cNvSpPr txBox="1"/>
          <p:nvPr>
            <p:ph idx="7" type="subTitle"/>
          </p:nvPr>
        </p:nvSpPr>
        <p:spPr>
          <a:xfrm>
            <a:off x="1911150" y="3528902"/>
            <a:ext cx="2316000" cy="489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00" name="Google Shape;300;p35"/>
          <p:cNvSpPr txBox="1"/>
          <p:nvPr>
            <p:ph idx="8" type="subTitle"/>
          </p:nvPr>
        </p:nvSpPr>
        <p:spPr>
          <a:xfrm>
            <a:off x="2053200" y="3923733"/>
            <a:ext cx="20319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01" name="Google Shape;301;p35"/>
          <p:cNvSpPr txBox="1"/>
          <p:nvPr>
            <p:ph type="title"/>
          </p:nvPr>
        </p:nvSpPr>
        <p:spPr>
          <a:xfrm>
            <a:off x="713225" y="445025"/>
            <a:ext cx="64803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02" name="Google Shape;302;p3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03" name="Google Shape;303;p3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36">
    <p:spTree>
      <p:nvGrpSpPr>
        <p:cNvPr id="304" name="Shape 304"/>
        <p:cNvGrpSpPr/>
        <p:nvPr/>
      </p:nvGrpSpPr>
      <p:grpSpPr>
        <a:xfrm>
          <a:off x="0" y="0"/>
          <a:ext cx="0" cy="0"/>
          <a:chOff x="0" y="0"/>
          <a:chExt cx="0" cy="0"/>
        </a:xfrm>
      </p:grpSpPr>
      <p:sp>
        <p:nvSpPr>
          <p:cNvPr id="305" name="Google Shape;305;p36"/>
          <p:cNvSpPr txBox="1"/>
          <p:nvPr>
            <p:ph idx="1" type="subTitle"/>
          </p:nvPr>
        </p:nvSpPr>
        <p:spPr>
          <a:xfrm>
            <a:off x="3571925" y="2904446"/>
            <a:ext cx="2015400" cy="49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06" name="Google Shape;306;p36"/>
          <p:cNvSpPr txBox="1"/>
          <p:nvPr>
            <p:ph idx="2" type="subTitle"/>
          </p:nvPr>
        </p:nvSpPr>
        <p:spPr>
          <a:xfrm>
            <a:off x="3571925" y="3306722"/>
            <a:ext cx="2015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07" name="Google Shape;307;p36"/>
          <p:cNvSpPr txBox="1"/>
          <p:nvPr>
            <p:ph idx="3" type="subTitle"/>
          </p:nvPr>
        </p:nvSpPr>
        <p:spPr>
          <a:xfrm>
            <a:off x="1088400" y="2904446"/>
            <a:ext cx="2015400" cy="49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08" name="Google Shape;308;p36"/>
          <p:cNvSpPr txBox="1"/>
          <p:nvPr>
            <p:ph idx="4" type="subTitle"/>
          </p:nvPr>
        </p:nvSpPr>
        <p:spPr>
          <a:xfrm>
            <a:off x="1088400" y="3306722"/>
            <a:ext cx="2015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09" name="Google Shape;309;p36"/>
          <p:cNvSpPr txBox="1"/>
          <p:nvPr>
            <p:ph idx="5" type="subTitle"/>
          </p:nvPr>
        </p:nvSpPr>
        <p:spPr>
          <a:xfrm>
            <a:off x="6055450" y="2904446"/>
            <a:ext cx="2015400" cy="49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10" name="Google Shape;310;p36"/>
          <p:cNvSpPr txBox="1"/>
          <p:nvPr>
            <p:ph idx="6" type="subTitle"/>
          </p:nvPr>
        </p:nvSpPr>
        <p:spPr>
          <a:xfrm>
            <a:off x="6055450" y="3306722"/>
            <a:ext cx="20154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11" name="Google Shape;311;p36"/>
          <p:cNvSpPr txBox="1"/>
          <p:nvPr>
            <p:ph type="title"/>
          </p:nvPr>
        </p:nvSpPr>
        <p:spPr>
          <a:xfrm>
            <a:off x="713225" y="445025"/>
            <a:ext cx="5517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12" name="Google Shape;312;p3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3" name="Google Shape;313;p3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4" name="Google Shape;314;p36"/>
          <p:cNvCxnSpPr/>
          <p:nvPr/>
        </p:nvCxnSpPr>
        <p:spPr>
          <a:xfrm>
            <a:off x="7434175" y="-125600"/>
            <a:ext cx="1993200" cy="1330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
  <p:cSld name="CUSTOM_23">
    <p:spTree>
      <p:nvGrpSpPr>
        <p:cNvPr id="315" name="Shape 315"/>
        <p:cNvGrpSpPr/>
        <p:nvPr/>
      </p:nvGrpSpPr>
      <p:grpSpPr>
        <a:xfrm>
          <a:off x="0" y="0"/>
          <a:ext cx="0" cy="0"/>
          <a:chOff x="0" y="0"/>
          <a:chExt cx="0" cy="0"/>
        </a:xfrm>
      </p:grpSpPr>
      <p:cxnSp>
        <p:nvCxnSpPr>
          <p:cNvPr id="316" name="Google Shape;316;p3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7" name="Google Shape;317;p3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18" name="Google Shape;318;p37"/>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19" name="Google Shape;319;p37"/>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20" name="Google Shape;320;p37"/>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21" name="Google Shape;321;p37"/>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322" name="Google Shape;322;p37"/>
          <p:cNvSpPr txBox="1"/>
          <p:nvPr>
            <p:ph type="title"/>
          </p:nvPr>
        </p:nvSpPr>
        <p:spPr>
          <a:xfrm>
            <a:off x="2780100" y="445025"/>
            <a:ext cx="35838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3" name="Google Shape;323;p37"/>
          <p:cNvSpPr txBox="1"/>
          <p:nvPr>
            <p:ph idx="1" type="subTitle"/>
          </p:nvPr>
        </p:nvSpPr>
        <p:spPr>
          <a:xfrm>
            <a:off x="5306650" y="1710190"/>
            <a:ext cx="2486100" cy="401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24" name="Google Shape;324;p37"/>
          <p:cNvSpPr txBox="1"/>
          <p:nvPr>
            <p:ph idx="2" type="subTitle"/>
          </p:nvPr>
        </p:nvSpPr>
        <p:spPr>
          <a:xfrm>
            <a:off x="5306650" y="211121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25" name="Google Shape;325;p37"/>
          <p:cNvSpPr txBox="1"/>
          <p:nvPr>
            <p:ph idx="3" type="subTitle"/>
          </p:nvPr>
        </p:nvSpPr>
        <p:spPr>
          <a:xfrm>
            <a:off x="1351250" y="1710190"/>
            <a:ext cx="2486100" cy="401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26" name="Google Shape;326;p37"/>
          <p:cNvSpPr txBox="1"/>
          <p:nvPr>
            <p:ph idx="4" type="subTitle"/>
          </p:nvPr>
        </p:nvSpPr>
        <p:spPr>
          <a:xfrm>
            <a:off x="1351250" y="211121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27" name="Google Shape;327;p37"/>
          <p:cNvSpPr txBox="1"/>
          <p:nvPr>
            <p:ph idx="5" type="subTitle"/>
          </p:nvPr>
        </p:nvSpPr>
        <p:spPr>
          <a:xfrm>
            <a:off x="5306650" y="3552118"/>
            <a:ext cx="2486100" cy="461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28" name="Google Shape;328;p37"/>
          <p:cNvSpPr txBox="1"/>
          <p:nvPr>
            <p:ph idx="6" type="subTitle"/>
          </p:nvPr>
        </p:nvSpPr>
        <p:spPr>
          <a:xfrm>
            <a:off x="5306650" y="394648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29" name="Google Shape;329;p37"/>
          <p:cNvSpPr txBox="1"/>
          <p:nvPr>
            <p:ph idx="7" type="subTitle"/>
          </p:nvPr>
        </p:nvSpPr>
        <p:spPr>
          <a:xfrm>
            <a:off x="1351250" y="3552118"/>
            <a:ext cx="2486100" cy="461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400">
                <a:latin typeface="Vidaloka"/>
                <a:ea typeface="Vidaloka"/>
                <a:cs typeface="Vidaloka"/>
                <a:sym typeface="Vidaloka"/>
              </a:defRPr>
            </a:lvl1pPr>
            <a:lvl2pPr lvl="1" rtl="0" algn="ctr">
              <a:spcBef>
                <a:spcPts val="0"/>
              </a:spcBef>
              <a:spcAft>
                <a:spcPts val="0"/>
              </a:spcAft>
              <a:buSzPts val="2100"/>
              <a:buNone/>
              <a:defRPr b="1" sz="2100"/>
            </a:lvl2pPr>
            <a:lvl3pPr lvl="2" rtl="0" algn="ctr">
              <a:spcBef>
                <a:spcPts val="0"/>
              </a:spcBef>
              <a:spcAft>
                <a:spcPts val="0"/>
              </a:spcAft>
              <a:buSzPts val="2100"/>
              <a:buNone/>
              <a:defRPr b="1" sz="2100"/>
            </a:lvl3pPr>
            <a:lvl4pPr lvl="3" rtl="0" algn="ctr">
              <a:spcBef>
                <a:spcPts val="0"/>
              </a:spcBef>
              <a:spcAft>
                <a:spcPts val="0"/>
              </a:spcAft>
              <a:buSzPts val="2100"/>
              <a:buNone/>
              <a:defRPr b="1" sz="2100"/>
            </a:lvl4pPr>
            <a:lvl5pPr lvl="4" rtl="0" algn="ctr">
              <a:spcBef>
                <a:spcPts val="0"/>
              </a:spcBef>
              <a:spcAft>
                <a:spcPts val="0"/>
              </a:spcAft>
              <a:buSzPts val="2100"/>
              <a:buNone/>
              <a:defRPr b="1" sz="2100"/>
            </a:lvl5pPr>
            <a:lvl6pPr lvl="5" rtl="0" algn="ctr">
              <a:spcBef>
                <a:spcPts val="0"/>
              </a:spcBef>
              <a:spcAft>
                <a:spcPts val="0"/>
              </a:spcAft>
              <a:buSzPts val="2100"/>
              <a:buNone/>
              <a:defRPr b="1" sz="2100"/>
            </a:lvl6pPr>
            <a:lvl7pPr lvl="6" rtl="0" algn="ctr">
              <a:spcBef>
                <a:spcPts val="0"/>
              </a:spcBef>
              <a:spcAft>
                <a:spcPts val="0"/>
              </a:spcAft>
              <a:buSzPts val="2100"/>
              <a:buNone/>
              <a:defRPr b="1" sz="2100"/>
            </a:lvl7pPr>
            <a:lvl8pPr lvl="7" rtl="0" algn="ctr">
              <a:spcBef>
                <a:spcPts val="0"/>
              </a:spcBef>
              <a:spcAft>
                <a:spcPts val="0"/>
              </a:spcAft>
              <a:buSzPts val="2100"/>
              <a:buNone/>
              <a:defRPr b="1" sz="2100"/>
            </a:lvl8pPr>
            <a:lvl9pPr lvl="8" rtl="0" algn="ctr">
              <a:spcBef>
                <a:spcPts val="0"/>
              </a:spcBef>
              <a:spcAft>
                <a:spcPts val="0"/>
              </a:spcAft>
              <a:buSzPts val="2100"/>
              <a:buNone/>
              <a:defRPr b="1" sz="2100"/>
            </a:lvl9pPr>
          </a:lstStyle>
          <a:p/>
        </p:txBody>
      </p:sp>
      <p:sp>
        <p:nvSpPr>
          <p:cNvPr id="330" name="Google Shape;330;p37"/>
          <p:cNvSpPr txBox="1"/>
          <p:nvPr>
            <p:ph idx="8" type="subTitle"/>
          </p:nvPr>
        </p:nvSpPr>
        <p:spPr>
          <a:xfrm>
            <a:off x="1351300" y="3946487"/>
            <a:ext cx="2486100" cy="618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31" name="Google Shape;331;p37"/>
          <p:cNvSpPr txBox="1"/>
          <p:nvPr>
            <p:ph hasCustomPrompt="1" idx="9" type="title"/>
          </p:nvPr>
        </p:nvSpPr>
        <p:spPr>
          <a:xfrm>
            <a:off x="1351250" y="1131425"/>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332" name="Google Shape;332;p37"/>
          <p:cNvSpPr txBox="1"/>
          <p:nvPr>
            <p:ph hasCustomPrompt="1" idx="13" type="title"/>
          </p:nvPr>
        </p:nvSpPr>
        <p:spPr>
          <a:xfrm>
            <a:off x="5306650" y="1131425"/>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333" name="Google Shape;333;p37"/>
          <p:cNvSpPr txBox="1"/>
          <p:nvPr>
            <p:ph hasCustomPrompt="1" idx="14" type="title"/>
          </p:nvPr>
        </p:nvSpPr>
        <p:spPr>
          <a:xfrm>
            <a:off x="1351300" y="2964563"/>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
        <p:nvSpPr>
          <p:cNvPr id="334" name="Google Shape;334;p37"/>
          <p:cNvSpPr txBox="1"/>
          <p:nvPr>
            <p:ph hasCustomPrompt="1" idx="15" type="title"/>
          </p:nvPr>
        </p:nvSpPr>
        <p:spPr>
          <a:xfrm>
            <a:off x="5306650" y="2964563"/>
            <a:ext cx="2486100" cy="667500"/>
          </a:xfrm>
          <a:prstGeom prst="rect">
            <a:avLst/>
          </a:prstGeom>
        </p:spPr>
        <p:txBody>
          <a:bodyPr anchorCtr="0" anchor="t" bIns="91425" lIns="91425" spcFirstLastPara="1" rIns="91425" wrap="square" tIns="91425">
            <a:noAutofit/>
          </a:bodyPr>
          <a:lstStyle>
            <a:lvl1pPr lvl="0" rtl="0" algn="ctr">
              <a:spcBef>
                <a:spcPts val="0"/>
              </a:spcBef>
              <a:spcAft>
                <a:spcPts val="0"/>
              </a:spcAft>
              <a:buClr>
                <a:schemeClr val="dk2"/>
              </a:buClr>
              <a:buSzPts val="4000"/>
              <a:buNone/>
              <a:defRPr sz="3800">
                <a:solidFill>
                  <a:schemeClr val="accent1"/>
                </a:solidFill>
              </a:defRPr>
            </a:lvl1pPr>
            <a:lvl2pPr lvl="1" rtl="0" algn="ctr">
              <a:spcBef>
                <a:spcPts val="0"/>
              </a:spcBef>
              <a:spcAft>
                <a:spcPts val="0"/>
              </a:spcAft>
              <a:buClr>
                <a:schemeClr val="dk2"/>
              </a:buClr>
              <a:buSzPts val="4000"/>
              <a:buNone/>
              <a:defRPr sz="4000">
                <a:solidFill>
                  <a:schemeClr val="dk2"/>
                </a:solidFill>
              </a:defRPr>
            </a:lvl2pPr>
            <a:lvl3pPr lvl="2" rtl="0" algn="ctr">
              <a:spcBef>
                <a:spcPts val="0"/>
              </a:spcBef>
              <a:spcAft>
                <a:spcPts val="0"/>
              </a:spcAft>
              <a:buClr>
                <a:schemeClr val="dk2"/>
              </a:buClr>
              <a:buSzPts val="4000"/>
              <a:buNone/>
              <a:defRPr sz="4000">
                <a:solidFill>
                  <a:schemeClr val="dk2"/>
                </a:solidFill>
              </a:defRPr>
            </a:lvl3pPr>
            <a:lvl4pPr lvl="3" rtl="0" algn="ctr">
              <a:spcBef>
                <a:spcPts val="0"/>
              </a:spcBef>
              <a:spcAft>
                <a:spcPts val="0"/>
              </a:spcAft>
              <a:buClr>
                <a:schemeClr val="dk2"/>
              </a:buClr>
              <a:buSzPts val="4000"/>
              <a:buNone/>
              <a:defRPr sz="4000">
                <a:solidFill>
                  <a:schemeClr val="dk2"/>
                </a:solidFill>
              </a:defRPr>
            </a:lvl4pPr>
            <a:lvl5pPr lvl="4" rtl="0" algn="ctr">
              <a:spcBef>
                <a:spcPts val="0"/>
              </a:spcBef>
              <a:spcAft>
                <a:spcPts val="0"/>
              </a:spcAft>
              <a:buClr>
                <a:schemeClr val="dk2"/>
              </a:buClr>
              <a:buSzPts val="4000"/>
              <a:buNone/>
              <a:defRPr sz="4000">
                <a:solidFill>
                  <a:schemeClr val="dk2"/>
                </a:solidFill>
              </a:defRPr>
            </a:lvl5pPr>
            <a:lvl6pPr lvl="5" rtl="0" algn="ctr">
              <a:spcBef>
                <a:spcPts val="0"/>
              </a:spcBef>
              <a:spcAft>
                <a:spcPts val="0"/>
              </a:spcAft>
              <a:buClr>
                <a:schemeClr val="dk2"/>
              </a:buClr>
              <a:buSzPts val="4000"/>
              <a:buNone/>
              <a:defRPr sz="4000">
                <a:solidFill>
                  <a:schemeClr val="dk2"/>
                </a:solidFill>
              </a:defRPr>
            </a:lvl6pPr>
            <a:lvl7pPr lvl="6" rtl="0" algn="ctr">
              <a:spcBef>
                <a:spcPts val="0"/>
              </a:spcBef>
              <a:spcAft>
                <a:spcPts val="0"/>
              </a:spcAft>
              <a:buClr>
                <a:schemeClr val="dk2"/>
              </a:buClr>
              <a:buSzPts val="4000"/>
              <a:buNone/>
              <a:defRPr sz="4000">
                <a:solidFill>
                  <a:schemeClr val="dk2"/>
                </a:solidFill>
              </a:defRPr>
            </a:lvl7pPr>
            <a:lvl8pPr lvl="7" rtl="0" algn="ctr">
              <a:spcBef>
                <a:spcPts val="0"/>
              </a:spcBef>
              <a:spcAft>
                <a:spcPts val="0"/>
              </a:spcAft>
              <a:buClr>
                <a:schemeClr val="dk2"/>
              </a:buClr>
              <a:buSzPts val="4000"/>
              <a:buNone/>
              <a:defRPr sz="4000">
                <a:solidFill>
                  <a:schemeClr val="dk2"/>
                </a:solidFill>
              </a:defRPr>
            </a:lvl8pPr>
            <a:lvl9pPr lvl="8" rtl="0" algn="ctr">
              <a:spcBef>
                <a:spcPts val="0"/>
              </a:spcBef>
              <a:spcAft>
                <a:spcPts val="0"/>
              </a:spcAft>
              <a:buClr>
                <a:schemeClr val="dk2"/>
              </a:buClr>
              <a:buSzPts val="4000"/>
              <a:buNone/>
              <a:defRPr sz="4000">
                <a:solidFill>
                  <a:schemeClr val="dk2"/>
                </a:solidFill>
              </a:defRPr>
            </a:lvl9pPr>
          </a:lstStyle>
          <a:p>
            <a:r>
              <a:t>xx%</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CUSTOM_4_2_1">
    <p:spTree>
      <p:nvGrpSpPr>
        <p:cNvPr id="335" name="Shape 335"/>
        <p:cNvGrpSpPr/>
        <p:nvPr/>
      </p:nvGrpSpPr>
      <p:grpSpPr>
        <a:xfrm>
          <a:off x="0" y="0"/>
          <a:ext cx="0" cy="0"/>
          <a:chOff x="0" y="0"/>
          <a:chExt cx="0" cy="0"/>
        </a:xfrm>
      </p:grpSpPr>
      <p:sp>
        <p:nvSpPr>
          <p:cNvPr id="336" name="Google Shape;336;p38"/>
          <p:cNvSpPr txBox="1"/>
          <p:nvPr>
            <p:ph idx="1" type="subTitle"/>
          </p:nvPr>
        </p:nvSpPr>
        <p:spPr>
          <a:xfrm>
            <a:off x="3718325" y="3294199"/>
            <a:ext cx="16428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37" name="Google Shape;337;p38"/>
          <p:cNvSpPr txBox="1"/>
          <p:nvPr>
            <p:ph idx="2" type="subTitle"/>
          </p:nvPr>
        </p:nvSpPr>
        <p:spPr>
          <a:xfrm>
            <a:off x="3617675" y="3703897"/>
            <a:ext cx="1844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400"/>
              <a:buNone/>
              <a:defRPr sz="1400">
                <a:solidFill>
                  <a:schemeClr val="dk1"/>
                </a:solidFill>
              </a:defRPr>
            </a:lvl1pPr>
            <a:lvl2pPr lvl="1" rtl="0" algn="ctr">
              <a:spcBef>
                <a:spcPts val="0"/>
              </a:spcBef>
              <a:spcAft>
                <a:spcPts val="0"/>
              </a:spcAft>
              <a:buClr>
                <a:schemeClr val="accent4"/>
              </a:buClr>
              <a:buSzPts val="1400"/>
              <a:buNone/>
              <a:defRPr>
                <a:solidFill>
                  <a:schemeClr val="accent4"/>
                </a:solidFill>
              </a:defRPr>
            </a:lvl2pPr>
            <a:lvl3pPr lvl="2" rtl="0" algn="ctr">
              <a:spcBef>
                <a:spcPts val="0"/>
              </a:spcBef>
              <a:spcAft>
                <a:spcPts val="0"/>
              </a:spcAft>
              <a:buClr>
                <a:schemeClr val="accent4"/>
              </a:buClr>
              <a:buSzPts val="1400"/>
              <a:buNone/>
              <a:defRPr>
                <a:solidFill>
                  <a:schemeClr val="accent4"/>
                </a:solidFill>
              </a:defRPr>
            </a:lvl3pPr>
            <a:lvl4pPr lvl="3" rtl="0" algn="ctr">
              <a:spcBef>
                <a:spcPts val="0"/>
              </a:spcBef>
              <a:spcAft>
                <a:spcPts val="0"/>
              </a:spcAft>
              <a:buClr>
                <a:schemeClr val="accent4"/>
              </a:buClr>
              <a:buSzPts val="1400"/>
              <a:buNone/>
              <a:defRPr>
                <a:solidFill>
                  <a:schemeClr val="accent4"/>
                </a:solidFill>
              </a:defRPr>
            </a:lvl4pPr>
            <a:lvl5pPr lvl="4" rtl="0" algn="ctr">
              <a:spcBef>
                <a:spcPts val="0"/>
              </a:spcBef>
              <a:spcAft>
                <a:spcPts val="0"/>
              </a:spcAft>
              <a:buClr>
                <a:schemeClr val="accent4"/>
              </a:buClr>
              <a:buSzPts val="1400"/>
              <a:buNone/>
              <a:defRPr>
                <a:solidFill>
                  <a:schemeClr val="accent4"/>
                </a:solidFill>
              </a:defRPr>
            </a:lvl5pPr>
            <a:lvl6pPr lvl="5" rtl="0" algn="ctr">
              <a:spcBef>
                <a:spcPts val="0"/>
              </a:spcBef>
              <a:spcAft>
                <a:spcPts val="0"/>
              </a:spcAft>
              <a:buClr>
                <a:schemeClr val="accent4"/>
              </a:buClr>
              <a:buSzPts val="1400"/>
              <a:buNone/>
              <a:defRPr>
                <a:solidFill>
                  <a:schemeClr val="accent4"/>
                </a:solidFill>
              </a:defRPr>
            </a:lvl6pPr>
            <a:lvl7pPr lvl="6" rtl="0" algn="ctr">
              <a:spcBef>
                <a:spcPts val="0"/>
              </a:spcBef>
              <a:spcAft>
                <a:spcPts val="0"/>
              </a:spcAft>
              <a:buClr>
                <a:schemeClr val="accent4"/>
              </a:buClr>
              <a:buSzPts val="1400"/>
              <a:buNone/>
              <a:defRPr>
                <a:solidFill>
                  <a:schemeClr val="accent4"/>
                </a:solidFill>
              </a:defRPr>
            </a:lvl7pPr>
            <a:lvl8pPr lvl="7" rtl="0" algn="ctr">
              <a:spcBef>
                <a:spcPts val="0"/>
              </a:spcBef>
              <a:spcAft>
                <a:spcPts val="0"/>
              </a:spcAft>
              <a:buClr>
                <a:schemeClr val="accent4"/>
              </a:buClr>
              <a:buSzPts val="1400"/>
              <a:buNone/>
              <a:defRPr>
                <a:solidFill>
                  <a:schemeClr val="accent4"/>
                </a:solidFill>
              </a:defRPr>
            </a:lvl8pPr>
            <a:lvl9pPr lvl="8" rtl="0" algn="ctr">
              <a:spcBef>
                <a:spcPts val="0"/>
              </a:spcBef>
              <a:spcAft>
                <a:spcPts val="0"/>
              </a:spcAft>
              <a:buClr>
                <a:schemeClr val="accent4"/>
              </a:buClr>
              <a:buSzPts val="1400"/>
              <a:buNone/>
              <a:defRPr>
                <a:solidFill>
                  <a:schemeClr val="accent4"/>
                </a:solidFill>
              </a:defRPr>
            </a:lvl9pPr>
          </a:lstStyle>
          <a:p/>
        </p:txBody>
      </p:sp>
      <p:sp>
        <p:nvSpPr>
          <p:cNvPr id="338" name="Google Shape;338;p38"/>
          <p:cNvSpPr txBox="1"/>
          <p:nvPr>
            <p:ph idx="3" type="subTitle"/>
          </p:nvPr>
        </p:nvSpPr>
        <p:spPr>
          <a:xfrm>
            <a:off x="1328025" y="3294199"/>
            <a:ext cx="16428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39" name="Google Shape;339;p38"/>
          <p:cNvSpPr txBox="1"/>
          <p:nvPr>
            <p:ph idx="4" type="subTitle"/>
          </p:nvPr>
        </p:nvSpPr>
        <p:spPr>
          <a:xfrm>
            <a:off x="1227426" y="3703897"/>
            <a:ext cx="1844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400"/>
              <a:buNone/>
              <a:defRPr sz="1400">
                <a:solidFill>
                  <a:schemeClr val="dk1"/>
                </a:solidFill>
              </a:defRPr>
            </a:lvl1pPr>
            <a:lvl2pPr lvl="1" rtl="0" algn="ctr">
              <a:spcBef>
                <a:spcPts val="0"/>
              </a:spcBef>
              <a:spcAft>
                <a:spcPts val="0"/>
              </a:spcAft>
              <a:buClr>
                <a:schemeClr val="accent4"/>
              </a:buClr>
              <a:buSzPts val="1400"/>
              <a:buNone/>
              <a:defRPr>
                <a:solidFill>
                  <a:schemeClr val="accent4"/>
                </a:solidFill>
              </a:defRPr>
            </a:lvl2pPr>
            <a:lvl3pPr lvl="2" rtl="0" algn="ctr">
              <a:spcBef>
                <a:spcPts val="0"/>
              </a:spcBef>
              <a:spcAft>
                <a:spcPts val="0"/>
              </a:spcAft>
              <a:buClr>
                <a:schemeClr val="accent4"/>
              </a:buClr>
              <a:buSzPts val="1400"/>
              <a:buNone/>
              <a:defRPr>
                <a:solidFill>
                  <a:schemeClr val="accent4"/>
                </a:solidFill>
              </a:defRPr>
            </a:lvl3pPr>
            <a:lvl4pPr lvl="3" rtl="0" algn="ctr">
              <a:spcBef>
                <a:spcPts val="0"/>
              </a:spcBef>
              <a:spcAft>
                <a:spcPts val="0"/>
              </a:spcAft>
              <a:buClr>
                <a:schemeClr val="accent4"/>
              </a:buClr>
              <a:buSzPts val="1400"/>
              <a:buNone/>
              <a:defRPr>
                <a:solidFill>
                  <a:schemeClr val="accent4"/>
                </a:solidFill>
              </a:defRPr>
            </a:lvl4pPr>
            <a:lvl5pPr lvl="4" rtl="0" algn="ctr">
              <a:spcBef>
                <a:spcPts val="0"/>
              </a:spcBef>
              <a:spcAft>
                <a:spcPts val="0"/>
              </a:spcAft>
              <a:buClr>
                <a:schemeClr val="accent4"/>
              </a:buClr>
              <a:buSzPts val="1400"/>
              <a:buNone/>
              <a:defRPr>
                <a:solidFill>
                  <a:schemeClr val="accent4"/>
                </a:solidFill>
              </a:defRPr>
            </a:lvl5pPr>
            <a:lvl6pPr lvl="5" rtl="0" algn="ctr">
              <a:spcBef>
                <a:spcPts val="0"/>
              </a:spcBef>
              <a:spcAft>
                <a:spcPts val="0"/>
              </a:spcAft>
              <a:buClr>
                <a:schemeClr val="accent4"/>
              </a:buClr>
              <a:buSzPts val="1400"/>
              <a:buNone/>
              <a:defRPr>
                <a:solidFill>
                  <a:schemeClr val="accent4"/>
                </a:solidFill>
              </a:defRPr>
            </a:lvl6pPr>
            <a:lvl7pPr lvl="6" rtl="0" algn="ctr">
              <a:spcBef>
                <a:spcPts val="0"/>
              </a:spcBef>
              <a:spcAft>
                <a:spcPts val="0"/>
              </a:spcAft>
              <a:buClr>
                <a:schemeClr val="accent4"/>
              </a:buClr>
              <a:buSzPts val="1400"/>
              <a:buNone/>
              <a:defRPr>
                <a:solidFill>
                  <a:schemeClr val="accent4"/>
                </a:solidFill>
              </a:defRPr>
            </a:lvl7pPr>
            <a:lvl8pPr lvl="7" rtl="0" algn="ctr">
              <a:spcBef>
                <a:spcPts val="0"/>
              </a:spcBef>
              <a:spcAft>
                <a:spcPts val="0"/>
              </a:spcAft>
              <a:buClr>
                <a:schemeClr val="accent4"/>
              </a:buClr>
              <a:buSzPts val="1400"/>
              <a:buNone/>
              <a:defRPr>
                <a:solidFill>
                  <a:schemeClr val="accent4"/>
                </a:solidFill>
              </a:defRPr>
            </a:lvl8pPr>
            <a:lvl9pPr lvl="8" rtl="0" algn="ctr">
              <a:spcBef>
                <a:spcPts val="0"/>
              </a:spcBef>
              <a:spcAft>
                <a:spcPts val="0"/>
              </a:spcAft>
              <a:buClr>
                <a:schemeClr val="accent4"/>
              </a:buClr>
              <a:buSzPts val="1400"/>
              <a:buNone/>
              <a:defRPr>
                <a:solidFill>
                  <a:schemeClr val="accent4"/>
                </a:solidFill>
              </a:defRPr>
            </a:lvl9pPr>
          </a:lstStyle>
          <a:p/>
        </p:txBody>
      </p:sp>
      <p:sp>
        <p:nvSpPr>
          <p:cNvPr id="340" name="Google Shape;340;p38"/>
          <p:cNvSpPr txBox="1"/>
          <p:nvPr>
            <p:ph idx="5" type="subTitle"/>
          </p:nvPr>
        </p:nvSpPr>
        <p:spPr>
          <a:xfrm>
            <a:off x="6108550" y="3294199"/>
            <a:ext cx="1643100" cy="43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41" name="Google Shape;341;p38"/>
          <p:cNvSpPr txBox="1"/>
          <p:nvPr>
            <p:ph idx="6" type="subTitle"/>
          </p:nvPr>
        </p:nvSpPr>
        <p:spPr>
          <a:xfrm>
            <a:off x="6008050" y="3703897"/>
            <a:ext cx="18441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400"/>
              <a:buNone/>
              <a:defRPr sz="1400">
                <a:solidFill>
                  <a:schemeClr val="dk1"/>
                </a:solidFill>
              </a:defRPr>
            </a:lvl1pPr>
            <a:lvl2pPr lvl="1" rtl="0" algn="ctr">
              <a:spcBef>
                <a:spcPts val="0"/>
              </a:spcBef>
              <a:spcAft>
                <a:spcPts val="0"/>
              </a:spcAft>
              <a:buClr>
                <a:schemeClr val="accent4"/>
              </a:buClr>
              <a:buSzPts val="1400"/>
              <a:buNone/>
              <a:defRPr>
                <a:solidFill>
                  <a:schemeClr val="accent4"/>
                </a:solidFill>
              </a:defRPr>
            </a:lvl2pPr>
            <a:lvl3pPr lvl="2" rtl="0" algn="ctr">
              <a:spcBef>
                <a:spcPts val="0"/>
              </a:spcBef>
              <a:spcAft>
                <a:spcPts val="0"/>
              </a:spcAft>
              <a:buClr>
                <a:schemeClr val="accent4"/>
              </a:buClr>
              <a:buSzPts val="1400"/>
              <a:buNone/>
              <a:defRPr>
                <a:solidFill>
                  <a:schemeClr val="accent4"/>
                </a:solidFill>
              </a:defRPr>
            </a:lvl3pPr>
            <a:lvl4pPr lvl="3" rtl="0" algn="ctr">
              <a:spcBef>
                <a:spcPts val="0"/>
              </a:spcBef>
              <a:spcAft>
                <a:spcPts val="0"/>
              </a:spcAft>
              <a:buClr>
                <a:schemeClr val="accent4"/>
              </a:buClr>
              <a:buSzPts val="1400"/>
              <a:buNone/>
              <a:defRPr>
                <a:solidFill>
                  <a:schemeClr val="accent4"/>
                </a:solidFill>
              </a:defRPr>
            </a:lvl4pPr>
            <a:lvl5pPr lvl="4" rtl="0" algn="ctr">
              <a:spcBef>
                <a:spcPts val="0"/>
              </a:spcBef>
              <a:spcAft>
                <a:spcPts val="0"/>
              </a:spcAft>
              <a:buClr>
                <a:schemeClr val="accent4"/>
              </a:buClr>
              <a:buSzPts val="1400"/>
              <a:buNone/>
              <a:defRPr>
                <a:solidFill>
                  <a:schemeClr val="accent4"/>
                </a:solidFill>
              </a:defRPr>
            </a:lvl5pPr>
            <a:lvl6pPr lvl="5" rtl="0" algn="ctr">
              <a:spcBef>
                <a:spcPts val="0"/>
              </a:spcBef>
              <a:spcAft>
                <a:spcPts val="0"/>
              </a:spcAft>
              <a:buClr>
                <a:schemeClr val="accent4"/>
              </a:buClr>
              <a:buSzPts val="1400"/>
              <a:buNone/>
              <a:defRPr>
                <a:solidFill>
                  <a:schemeClr val="accent4"/>
                </a:solidFill>
              </a:defRPr>
            </a:lvl6pPr>
            <a:lvl7pPr lvl="6" rtl="0" algn="ctr">
              <a:spcBef>
                <a:spcPts val="0"/>
              </a:spcBef>
              <a:spcAft>
                <a:spcPts val="0"/>
              </a:spcAft>
              <a:buClr>
                <a:schemeClr val="accent4"/>
              </a:buClr>
              <a:buSzPts val="1400"/>
              <a:buNone/>
              <a:defRPr>
                <a:solidFill>
                  <a:schemeClr val="accent4"/>
                </a:solidFill>
              </a:defRPr>
            </a:lvl7pPr>
            <a:lvl8pPr lvl="7" rtl="0" algn="ctr">
              <a:spcBef>
                <a:spcPts val="0"/>
              </a:spcBef>
              <a:spcAft>
                <a:spcPts val="0"/>
              </a:spcAft>
              <a:buClr>
                <a:schemeClr val="accent4"/>
              </a:buClr>
              <a:buSzPts val="1400"/>
              <a:buNone/>
              <a:defRPr>
                <a:solidFill>
                  <a:schemeClr val="accent4"/>
                </a:solidFill>
              </a:defRPr>
            </a:lvl8pPr>
            <a:lvl9pPr lvl="8" rtl="0" algn="ctr">
              <a:spcBef>
                <a:spcPts val="0"/>
              </a:spcBef>
              <a:spcAft>
                <a:spcPts val="0"/>
              </a:spcAft>
              <a:buClr>
                <a:schemeClr val="accent4"/>
              </a:buClr>
              <a:buSzPts val="1400"/>
              <a:buNone/>
              <a:defRPr>
                <a:solidFill>
                  <a:schemeClr val="accent4"/>
                </a:solidFill>
              </a:defRPr>
            </a:lvl9pPr>
          </a:lstStyle>
          <a:p/>
        </p:txBody>
      </p:sp>
      <p:sp>
        <p:nvSpPr>
          <p:cNvPr id="342" name="Google Shape;342;p38"/>
          <p:cNvSpPr txBox="1"/>
          <p:nvPr>
            <p:ph type="title"/>
          </p:nvPr>
        </p:nvSpPr>
        <p:spPr>
          <a:xfrm>
            <a:off x="713225" y="445025"/>
            <a:ext cx="31887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43" name="Google Shape;343;p3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44" name="Google Shape;344;p3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3">
  <p:cSld name="CUSTOM_5">
    <p:spTree>
      <p:nvGrpSpPr>
        <p:cNvPr id="345" name="Shape 345"/>
        <p:cNvGrpSpPr/>
        <p:nvPr/>
      </p:nvGrpSpPr>
      <p:grpSpPr>
        <a:xfrm>
          <a:off x="0" y="0"/>
          <a:ext cx="0" cy="0"/>
          <a:chOff x="0" y="0"/>
          <a:chExt cx="0" cy="0"/>
        </a:xfrm>
      </p:grpSpPr>
      <p:sp>
        <p:nvSpPr>
          <p:cNvPr id="346" name="Google Shape;346;p39"/>
          <p:cNvSpPr txBox="1"/>
          <p:nvPr>
            <p:ph idx="1" type="subTitle"/>
          </p:nvPr>
        </p:nvSpPr>
        <p:spPr>
          <a:xfrm>
            <a:off x="4750175" y="1632746"/>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47" name="Google Shape;347;p39"/>
          <p:cNvSpPr txBox="1"/>
          <p:nvPr>
            <p:ph idx="2" type="subTitle"/>
          </p:nvPr>
        </p:nvSpPr>
        <p:spPr>
          <a:xfrm>
            <a:off x="4750184" y="2035022"/>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48" name="Google Shape;348;p39"/>
          <p:cNvSpPr txBox="1"/>
          <p:nvPr>
            <p:ph idx="3" type="subTitle"/>
          </p:nvPr>
        </p:nvSpPr>
        <p:spPr>
          <a:xfrm>
            <a:off x="2306450" y="1632746"/>
            <a:ext cx="20148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49" name="Google Shape;349;p39"/>
          <p:cNvSpPr txBox="1"/>
          <p:nvPr>
            <p:ph idx="4" type="subTitle"/>
          </p:nvPr>
        </p:nvSpPr>
        <p:spPr>
          <a:xfrm>
            <a:off x="2306462" y="2035022"/>
            <a:ext cx="20148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50" name="Google Shape;350;p39"/>
          <p:cNvSpPr txBox="1"/>
          <p:nvPr>
            <p:ph idx="5" type="subTitle"/>
          </p:nvPr>
        </p:nvSpPr>
        <p:spPr>
          <a:xfrm>
            <a:off x="4750175" y="3062273"/>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51" name="Google Shape;351;p39"/>
          <p:cNvSpPr txBox="1"/>
          <p:nvPr>
            <p:ph idx="6" type="subTitle"/>
          </p:nvPr>
        </p:nvSpPr>
        <p:spPr>
          <a:xfrm>
            <a:off x="4750184" y="3471047"/>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52" name="Google Shape;352;p39"/>
          <p:cNvSpPr txBox="1"/>
          <p:nvPr>
            <p:ph idx="7" type="subTitle"/>
          </p:nvPr>
        </p:nvSpPr>
        <p:spPr>
          <a:xfrm>
            <a:off x="2306450" y="3062273"/>
            <a:ext cx="20148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53" name="Google Shape;353;p39"/>
          <p:cNvSpPr txBox="1"/>
          <p:nvPr>
            <p:ph idx="8" type="subTitle"/>
          </p:nvPr>
        </p:nvSpPr>
        <p:spPr>
          <a:xfrm>
            <a:off x="2306462" y="3471047"/>
            <a:ext cx="20148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54" name="Google Shape;354;p39"/>
          <p:cNvSpPr txBox="1"/>
          <p:nvPr>
            <p:ph type="title"/>
          </p:nvPr>
        </p:nvSpPr>
        <p:spPr>
          <a:xfrm>
            <a:off x="713225" y="445025"/>
            <a:ext cx="27858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355" name="Google Shape;355;p3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56" name="Google Shape;356;p3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3">
  <p:cSld name="CUSTOM_26">
    <p:spTree>
      <p:nvGrpSpPr>
        <p:cNvPr id="357" name="Shape 357"/>
        <p:cNvGrpSpPr/>
        <p:nvPr/>
      </p:nvGrpSpPr>
      <p:grpSpPr>
        <a:xfrm>
          <a:off x="0" y="0"/>
          <a:ext cx="0" cy="0"/>
          <a:chOff x="0" y="0"/>
          <a:chExt cx="0" cy="0"/>
        </a:xfrm>
      </p:grpSpPr>
      <p:cxnSp>
        <p:nvCxnSpPr>
          <p:cNvPr id="358" name="Google Shape;358;p4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59" name="Google Shape;359;p4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60" name="Google Shape;360;p40"/>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61" name="Google Shape;361;p40"/>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62" name="Google Shape;362;p40"/>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63" name="Google Shape;363;p40"/>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364" name="Google Shape;364;p40"/>
          <p:cNvSpPr txBox="1"/>
          <p:nvPr>
            <p:ph idx="1" type="subTitle"/>
          </p:nvPr>
        </p:nvSpPr>
        <p:spPr>
          <a:xfrm>
            <a:off x="728750" y="1112872"/>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65" name="Google Shape;365;p40"/>
          <p:cNvSpPr txBox="1"/>
          <p:nvPr>
            <p:ph idx="2" type="subTitle"/>
          </p:nvPr>
        </p:nvSpPr>
        <p:spPr>
          <a:xfrm>
            <a:off x="728762" y="1515149"/>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66" name="Google Shape;366;p40"/>
          <p:cNvSpPr txBox="1"/>
          <p:nvPr>
            <p:ph idx="3" type="subTitle"/>
          </p:nvPr>
        </p:nvSpPr>
        <p:spPr>
          <a:xfrm>
            <a:off x="728750" y="2036386"/>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67" name="Google Shape;367;p40"/>
          <p:cNvSpPr txBox="1"/>
          <p:nvPr>
            <p:ph idx="4" type="subTitle"/>
          </p:nvPr>
        </p:nvSpPr>
        <p:spPr>
          <a:xfrm>
            <a:off x="728762" y="2445160"/>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68" name="Google Shape;368;p40"/>
          <p:cNvSpPr txBox="1"/>
          <p:nvPr>
            <p:ph type="title"/>
          </p:nvPr>
        </p:nvSpPr>
        <p:spPr>
          <a:xfrm>
            <a:off x="1531650" y="445025"/>
            <a:ext cx="60807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369" name="Google Shape;369;p40"/>
          <p:cNvSpPr txBox="1"/>
          <p:nvPr>
            <p:ph idx="5" type="subTitle"/>
          </p:nvPr>
        </p:nvSpPr>
        <p:spPr>
          <a:xfrm>
            <a:off x="728750" y="2997225"/>
            <a:ext cx="2014800" cy="499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70" name="Google Shape;370;p40"/>
          <p:cNvSpPr txBox="1"/>
          <p:nvPr>
            <p:ph idx="6" type="subTitle"/>
          </p:nvPr>
        </p:nvSpPr>
        <p:spPr>
          <a:xfrm>
            <a:off x="728762" y="3405999"/>
            <a:ext cx="2014800" cy="5727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CUSTOM_6">
    <p:spTree>
      <p:nvGrpSpPr>
        <p:cNvPr id="371" name="Shape 371"/>
        <p:cNvGrpSpPr/>
        <p:nvPr/>
      </p:nvGrpSpPr>
      <p:grpSpPr>
        <a:xfrm>
          <a:off x="0" y="0"/>
          <a:ext cx="0" cy="0"/>
          <a:chOff x="0" y="0"/>
          <a:chExt cx="0" cy="0"/>
        </a:xfrm>
      </p:grpSpPr>
      <p:sp>
        <p:nvSpPr>
          <p:cNvPr id="372" name="Google Shape;372;p41"/>
          <p:cNvSpPr txBox="1"/>
          <p:nvPr>
            <p:ph hasCustomPrompt="1" type="title"/>
          </p:nvPr>
        </p:nvSpPr>
        <p:spPr>
          <a:xfrm>
            <a:off x="2592925" y="714600"/>
            <a:ext cx="3958200" cy="615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73" name="Google Shape;373;p41"/>
          <p:cNvSpPr txBox="1"/>
          <p:nvPr>
            <p:ph idx="1" type="subTitle"/>
          </p:nvPr>
        </p:nvSpPr>
        <p:spPr>
          <a:xfrm>
            <a:off x="2364984" y="1346400"/>
            <a:ext cx="4414200" cy="377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5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74" name="Google Shape;374;p41"/>
          <p:cNvSpPr txBox="1"/>
          <p:nvPr>
            <p:ph hasCustomPrompt="1" idx="2" type="title"/>
          </p:nvPr>
        </p:nvSpPr>
        <p:spPr>
          <a:xfrm>
            <a:off x="2592925" y="2063025"/>
            <a:ext cx="3958200" cy="615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accent1"/>
              </a:buClr>
              <a:buSzPts val="5000"/>
              <a:buNone/>
              <a:defRPr sz="43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75" name="Google Shape;375;p41"/>
          <p:cNvSpPr txBox="1"/>
          <p:nvPr>
            <p:ph idx="3" type="subTitle"/>
          </p:nvPr>
        </p:nvSpPr>
        <p:spPr>
          <a:xfrm>
            <a:off x="2364984" y="2694825"/>
            <a:ext cx="4414200" cy="377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5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76" name="Google Shape;376;p41"/>
          <p:cNvSpPr txBox="1"/>
          <p:nvPr>
            <p:ph hasCustomPrompt="1" idx="4" type="title"/>
          </p:nvPr>
        </p:nvSpPr>
        <p:spPr>
          <a:xfrm>
            <a:off x="2592925" y="3411450"/>
            <a:ext cx="3958200" cy="615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accent1"/>
              </a:buClr>
              <a:buSzPts val="5000"/>
              <a:buNone/>
              <a:defRPr sz="43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77" name="Google Shape;377;p41"/>
          <p:cNvSpPr txBox="1"/>
          <p:nvPr>
            <p:ph idx="5" type="subTitle"/>
          </p:nvPr>
        </p:nvSpPr>
        <p:spPr>
          <a:xfrm>
            <a:off x="2364950" y="4043250"/>
            <a:ext cx="4414200" cy="377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5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378" name="Google Shape;378;p4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79" name="Google Shape;379;p4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2">
  <p:cSld name="CUSTOM_28">
    <p:spTree>
      <p:nvGrpSpPr>
        <p:cNvPr id="380" name="Shape 380"/>
        <p:cNvGrpSpPr/>
        <p:nvPr/>
      </p:nvGrpSpPr>
      <p:grpSpPr>
        <a:xfrm>
          <a:off x="0" y="0"/>
          <a:ext cx="0" cy="0"/>
          <a:chOff x="0" y="0"/>
          <a:chExt cx="0" cy="0"/>
        </a:xfrm>
      </p:grpSpPr>
      <p:sp>
        <p:nvSpPr>
          <p:cNvPr id="381" name="Google Shape;381;p42"/>
          <p:cNvSpPr txBox="1"/>
          <p:nvPr>
            <p:ph idx="1" type="subTitle"/>
          </p:nvPr>
        </p:nvSpPr>
        <p:spPr>
          <a:xfrm>
            <a:off x="5700609" y="2084269"/>
            <a:ext cx="27645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82" name="Google Shape;382;p42"/>
          <p:cNvSpPr txBox="1"/>
          <p:nvPr>
            <p:ph idx="2" type="subTitle"/>
          </p:nvPr>
        </p:nvSpPr>
        <p:spPr>
          <a:xfrm>
            <a:off x="5700621" y="2486544"/>
            <a:ext cx="27645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600">
                <a:solidFill>
                  <a:schemeClr val="dk1"/>
                </a:solidFill>
                <a:latin typeface="Mako"/>
                <a:ea typeface="Mako"/>
                <a:cs typeface="Mako"/>
                <a:sym typeface="Mako"/>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83" name="Google Shape;383;p42"/>
          <p:cNvSpPr txBox="1"/>
          <p:nvPr>
            <p:ph idx="3" type="subTitle"/>
          </p:nvPr>
        </p:nvSpPr>
        <p:spPr>
          <a:xfrm>
            <a:off x="1973988" y="902134"/>
            <a:ext cx="27645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84" name="Google Shape;384;p42"/>
          <p:cNvSpPr txBox="1"/>
          <p:nvPr>
            <p:ph idx="4" type="subTitle"/>
          </p:nvPr>
        </p:nvSpPr>
        <p:spPr>
          <a:xfrm>
            <a:off x="1973988" y="1304410"/>
            <a:ext cx="27645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600">
                <a:solidFill>
                  <a:schemeClr val="dk1"/>
                </a:solidFill>
                <a:latin typeface="Mako"/>
                <a:ea typeface="Mako"/>
                <a:cs typeface="Mako"/>
                <a:sym typeface="Mako"/>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385" name="Google Shape;385;p42"/>
          <p:cNvSpPr txBox="1"/>
          <p:nvPr>
            <p:ph idx="5" type="subTitle"/>
          </p:nvPr>
        </p:nvSpPr>
        <p:spPr>
          <a:xfrm>
            <a:off x="1973988" y="3290875"/>
            <a:ext cx="2764500" cy="49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386" name="Google Shape;386;p42"/>
          <p:cNvSpPr txBox="1"/>
          <p:nvPr>
            <p:ph idx="6" type="subTitle"/>
          </p:nvPr>
        </p:nvSpPr>
        <p:spPr>
          <a:xfrm>
            <a:off x="1973988" y="3699649"/>
            <a:ext cx="27645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387" name="Google Shape;387;p4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88" name="Google Shape;388;p4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89" name="Google Shape;389;p42"/>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90" name="Google Shape;390;p42"/>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391" name="Google Shape;391;p42"/>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392" name="Google Shape;392;p42"/>
          <p:cNvSpPr txBox="1"/>
          <p:nvPr>
            <p:ph hasCustomPrompt="1" type="title"/>
          </p:nvPr>
        </p:nvSpPr>
        <p:spPr>
          <a:xfrm>
            <a:off x="733000" y="1114450"/>
            <a:ext cx="1118100" cy="6150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93" name="Google Shape;393;p42"/>
          <p:cNvSpPr txBox="1"/>
          <p:nvPr>
            <p:ph hasCustomPrompt="1" idx="7" type="title"/>
          </p:nvPr>
        </p:nvSpPr>
        <p:spPr>
          <a:xfrm>
            <a:off x="733000" y="3503175"/>
            <a:ext cx="1118100" cy="6150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
        <p:nvSpPr>
          <p:cNvPr id="394" name="Google Shape;394;p42"/>
          <p:cNvSpPr txBox="1"/>
          <p:nvPr>
            <p:ph hasCustomPrompt="1" idx="8" type="title"/>
          </p:nvPr>
        </p:nvSpPr>
        <p:spPr>
          <a:xfrm>
            <a:off x="4441002" y="2276488"/>
            <a:ext cx="1118100" cy="6150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accent1"/>
              </a:buClr>
              <a:buSzPts val="5000"/>
              <a:buNone/>
              <a:defRPr sz="4500">
                <a:solidFill>
                  <a:schemeClr val="accent1"/>
                </a:solidFill>
              </a:defRPr>
            </a:lvl1pPr>
            <a:lvl2pPr lvl="1"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2pPr>
            <a:lvl3pPr lvl="2"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3pPr>
            <a:lvl4pPr lvl="3"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4pPr>
            <a:lvl5pPr lvl="4"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5pPr>
            <a:lvl6pPr lvl="5"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6pPr>
            <a:lvl7pPr lvl="6"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7pPr>
            <a:lvl8pPr lvl="7"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8pPr>
            <a:lvl9pPr lvl="8" rtl="0"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sym typeface="Russo One"/>
              </a:defRPr>
            </a:lvl9pPr>
          </a:lstStyle>
          <a:p>
            <a:r>
              <a:t>xx%</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5">
  <p:cSld name="CUSTOM_7_1">
    <p:spTree>
      <p:nvGrpSpPr>
        <p:cNvPr id="395" name="Shape 395"/>
        <p:cNvGrpSpPr/>
        <p:nvPr/>
      </p:nvGrpSpPr>
      <p:grpSpPr>
        <a:xfrm>
          <a:off x="0" y="0"/>
          <a:ext cx="0" cy="0"/>
          <a:chOff x="0" y="0"/>
          <a:chExt cx="0" cy="0"/>
        </a:xfrm>
      </p:grpSpPr>
      <p:sp>
        <p:nvSpPr>
          <p:cNvPr id="396" name="Google Shape;396;p43"/>
          <p:cNvSpPr txBox="1"/>
          <p:nvPr>
            <p:ph type="title"/>
          </p:nvPr>
        </p:nvSpPr>
        <p:spPr>
          <a:xfrm>
            <a:off x="803750" y="2040496"/>
            <a:ext cx="4087500" cy="6732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7" name="Google Shape;397;p43"/>
          <p:cNvSpPr txBox="1"/>
          <p:nvPr>
            <p:ph idx="1" type="subTitle"/>
          </p:nvPr>
        </p:nvSpPr>
        <p:spPr>
          <a:xfrm>
            <a:off x="803750" y="2693525"/>
            <a:ext cx="3159300" cy="558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Font typeface="Josefin Sans"/>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398" name="Google Shape;398;p4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399" name="Google Shape;399;p4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6">
  <p:cSld name="CUSTOM_7_2">
    <p:spTree>
      <p:nvGrpSpPr>
        <p:cNvPr id="400" name="Shape 400"/>
        <p:cNvGrpSpPr/>
        <p:nvPr/>
      </p:nvGrpSpPr>
      <p:grpSpPr>
        <a:xfrm>
          <a:off x="0" y="0"/>
          <a:ext cx="0" cy="0"/>
          <a:chOff x="0" y="0"/>
          <a:chExt cx="0" cy="0"/>
        </a:xfrm>
      </p:grpSpPr>
      <p:sp>
        <p:nvSpPr>
          <p:cNvPr id="401" name="Google Shape;401;p44"/>
          <p:cNvSpPr txBox="1"/>
          <p:nvPr>
            <p:ph type="title"/>
          </p:nvPr>
        </p:nvSpPr>
        <p:spPr>
          <a:xfrm>
            <a:off x="4490150" y="2047725"/>
            <a:ext cx="3364200" cy="628800"/>
          </a:xfrm>
          <a:prstGeom prst="rect">
            <a:avLst/>
          </a:prstGeom>
        </p:spPr>
        <p:txBody>
          <a:bodyPr anchorCtr="0" anchor="t" bIns="91425" lIns="91425" spcFirstLastPara="1" rIns="91425" wrap="square" tIns="91425">
            <a:noAutofit/>
          </a:bodyPr>
          <a:lstStyle>
            <a:lvl1pPr lvl="0" rtl="0" algn="r">
              <a:spcBef>
                <a:spcPts val="0"/>
              </a:spcBef>
              <a:spcAft>
                <a:spcPts val="0"/>
              </a:spcAft>
              <a:buSzPts val="3000"/>
              <a:buNone/>
              <a:defRPr/>
            </a:lvl1pPr>
            <a:lvl2pPr lvl="1" rtl="0">
              <a:spcBef>
                <a:spcPts val="0"/>
              </a:spcBef>
              <a:spcAft>
                <a:spcPts val="0"/>
              </a:spcAft>
              <a:buSzPts val="3000"/>
              <a:buNone/>
              <a:defRPr>
                <a:latin typeface="Open Sans SemiBold"/>
                <a:ea typeface="Open Sans SemiBold"/>
                <a:cs typeface="Open Sans SemiBold"/>
                <a:sym typeface="Open Sans SemiBold"/>
              </a:defRPr>
            </a:lvl2pPr>
            <a:lvl3pPr lvl="2" rtl="0">
              <a:spcBef>
                <a:spcPts val="0"/>
              </a:spcBef>
              <a:spcAft>
                <a:spcPts val="0"/>
              </a:spcAft>
              <a:buSzPts val="3000"/>
              <a:buNone/>
              <a:defRPr>
                <a:latin typeface="Open Sans SemiBold"/>
                <a:ea typeface="Open Sans SemiBold"/>
                <a:cs typeface="Open Sans SemiBold"/>
                <a:sym typeface="Open Sans SemiBold"/>
              </a:defRPr>
            </a:lvl3pPr>
            <a:lvl4pPr lvl="3" rtl="0">
              <a:spcBef>
                <a:spcPts val="0"/>
              </a:spcBef>
              <a:spcAft>
                <a:spcPts val="0"/>
              </a:spcAft>
              <a:buSzPts val="3000"/>
              <a:buNone/>
              <a:defRPr>
                <a:latin typeface="Open Sans SemiBold"/>
                <a:ea typeface="Open Sans SemiBold"/>
                <a:cs typeface="Open Sans SemiBold"/>
                <a:sym typeface="Open Sans SemiBold"/>
              </a:defRPr>
            </a:lvl4pPr>
            <a:lvl5pPr lvl="4" rtl="0">
              <a:spcBef>
                <a:spcPts val="0"/>
              </a:spcBef>
              <a:spcAft>
                <a:spcPts val="0"/>
              </a:spcAft>
              <a:buSzPts val="3000"/>
              <a:buNone/>
              <a:defRPr>
                <a:latin typeface="Open Sans SemiBold"/>
                <a:ea typeface="Open Sans SemiBold"/>
                <a:cs typeface="Open Sans SemiBold"/>
                <a:sym typeface="Open Sans SemiBold"/>
              </a:defRPr>
            </a:lvl5pPr>
            <a:lvl6pPr lvl="5" rtl="0">
              <a:spcBef>
                <a:spcPts val="0"/>
              </a:spcBef>
              <a:spcAft>
                <a:spcPts val="0"/>
              </a:spcAft>
              <a:buSzPts val="3000"/>
              <a:buNone/>
              <a:defRPr>
                <a:latin typeface="Open Sans SemiBold"/>
                <a:ea typeface="Open Sans SemiBold"/>
                <a:cs typeface="Open Sans SemiBold"/>
                <a:sym typeface="Open Sans SemiBold"/>
              </a:defRPr>
            </a:lvl6pPr>
            <a:lvl7pPr lvl="6" rtl="0">
              <a:spcBef>
                <a:spcPts val="0"/>
              </a:spcBef>
              <a:spcAft>
                <a:spcPts val="0"/>
              </a:spcAft>
              <a:buSzPts val="3000"/>
              <a:buNone/>
              <a:defRPr>
                <a:latin typeface="Open Sans SemiBold"/>
                <a:ea typeface="Open Sans SemiBold"/>
                <a:cs typeface="Open Sans SemiBold"/>
                <a:sym typeface="Open Sans SemiBold"/>
              </a:defRPr>
            </a:lvl7pPr>
            <a:lvl8pPr lvl="7" rtl="0">
              <a:spcBef>
                <a:spcPts val="0"/>
              </a:spcBef>
              <a:spcAft>
                <a:spcPts val="0"/>
              </a:spcAft>
              <a:buSzPts val="3000"/>
              <a:buNone/>
              <a:defRPr>
                <a:latin typeface="Open Sans SemiBold"/>
                <a:ea typeface="Open Sans SemiBold"/>
                <a:cs typeface="Open Sans SemiBold"/>
                <a:sym typeface="Open Sans SemiBold"/>
              </a:defRPr>
            </a:lvl8pPr>
            <a:lvl9pPr lvl="8" rtl="0">
              <a:spcBef>
                <a:spcPts val="0"/>
              </a:spcBef>
              <a:spcAft>
                <a:spcPts val="0"/>
              </a:spcAft>
              <a:buSzPts val="3000"/>
              <a:buNone/>
              <a:defRPr>
                <a:latin typeface="Open Sans SemiBold"/>
                <a:ea typeface="Open Sans SemiBold"/>
                <a:cs typeface="Open Sans SemiBold"/>
                <a:sym typeface="Open Sans SemiBold"/>
              </a:defRPr>
            </a:lvl9pPr>
          </a:lstStyle>
          <a:p/>
        </p:txBody>
      </p:sp>
      <p:sp>
        <p:nvSpPr>
          <p:cNvPr id="402" name="Google Shape;402;p44"/>
          <p:cNvSpPr txBox="1"/>
          <p:nvPr>
            <p:ph idx="1" type="subTitle"/>
          </p:nvPr>
        </p:nvSpPr>
        <p:spPr>
          <a:xfrm>
            <a:off x="4855550" y="2694825"/>
            <a:ext cx="2998800" cy="5580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600"/>
              <a:buFont typeface="Josefin Sans"/>
              <a:buNone/>
              <a:defRPr sz="1400">
                <a:solidFill>
                  <a:schemeClr val="dk1"/>
                </a:solidFill>
              </a:defRPr>
            </a:lvl1pPr>
            <a:lvl2pPr lvl="1" rtl="0">
              <a:spcBef>
                <a:spcPts val="0"/>
              </a:spcBef>
              <a:spcAft>
                <a:spcPts val="0"/>
              </a:spcAft>
              <a:buSzPts val="1500"/>
              <a:buNone/>
              <a:defRPr sz="1500"/>
            </a:lvl2pPr>
            <a:lvl3pPr lvl="2" rtl="0">
              <a:spcBef>
                <a:spcPts val="0"/>
              </a:spcBef>
              <a:spcAft>
                <a:spcPts val="0"/>
              </a:spcAft>
              <a:buSzPts val="1500"/>
              <a:buNone/>
              <a:defRPr sz="1500"/>
            </a:lvl3pPr>
            <a:lvl4pPr lvl="3" rtl="0">
              <a:spcBef>
                <a:spcPts val="0"/>
              </a:spcBef>
              <a:spcAft>
                <a:spcPts val="0"/>
              </a:spcAft>
              <a:buSzPts val="1500"/>
              <a:buNone/>
              <a:defRPr sz="1500"/>
            </a:lvl4pPr>
            <a:lvl5pPr lvl="4" rtl="0">
              <a:spcBef>
                <a:spcPts val="0"/>
              </a:spcBef>
              <a:spcAft>
                <a:spcPts val="0"/>
              </a:spcAft>
              <a:buSzPts val="1500"/>
              <a:buNone/>
              <a:defRPr sz="1500"/>
            </a:lvl5pPr>
            <a:lvl6pPr lvl="5" rtl="0">
              <a:spcBef>
                <a:spcPts val="0"/>
              </a:spcBef>
              <a:spcAft>
                <a:spcPts val="0"/>
              </a:spcAft>
              <a:buSzPts val="1500"/>
              <a:buNone/>
              <a:defRPr sz="1500"/>
            </a:lvl6pPr>
            <a:lvl7pPr lvl="6" rtl="0">
              <a:spcBef>
                <a:spcPts val="0"/>
              </a:spcBef>
              <a:spcAft>
                <a:spcPts val="0"/>
              </a:spcAft>
              <a:buSzPts val="1500"/>
              <a:buNone/>
              <a:defRPr sz="1500"/>
            </a:lvl7pPr>
            <a:lvl8pPr lvl="7" rtl="0">
              <a:spcBef>
                <a:spcPts val="0"/>
              </a:spcBef>
              <a:spcAft>
                <a:spcPts val="0"/>
              </a:spcAft>
              <a:buSzPts val="1500"/>
              <a:buNone/>
              <a:defRPr sz="1500"/>
            </a:lvl8pPr>
            <a:lvl9pPr lvl="8" rtl="0">
              <a:spcBef>
                <a:spcPts val="0"/>
              </a:spcBef>
              <a:spcAft>
                <a:spcPts val="0"/>
              </a:spcAft>
              <a:buSzPts val="1500"/>
              <a:buNone/>
              <a:defRPr sz="1500"/>
            </a:lvl9pPr>
          </a:lstStyle>
          <a:p/>
        </p:txBody>
      </p:sp>
      <p:cxnSp>
        <p:nvCxnSpPr>
          <p:cNvPr id="403" name="Google Shape;403;p44"/>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04" name="Google Shape;404;p44"/>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7">
  <p:cSld name="CUSTOM_8">
    <p:spTree>
      <p:nvGrpSpPr>
        <p:cNvPr id="405" name="Shape 405"/>
        <p:cNvGrpSpPr/>
        <p:nvPr/>
      </p:nvGrpSpPr>
      <p:grpSpPr>
        <a:xfrm>
          <a:off x="0" y="0"/>
          <a:ext cx="0" cy="0"/>
          <a:chOff x="0" y="0"/>
          <a:chExt cx="0" cy="0"/>
        </a:xfrm>
      </p:grpSpPr>
      <p:sp>
        <p:nvSpPr>
          <p:cNvPr id="406" name="Google Shape;406;p45"/>
          <p:cNvSpPr txBox="1"/>
          <p:nvPr>
            <p:ph idx="1" type="subTitle"/>
          </p:nvPr>
        </p:nvSpPr>
        <p:spPr>
          <a:xfrm>
            <a:off x="4166800" y="1453525"/>
            <a:ext cx="3957600" cy="2889000"/>
          </a:xfrm>
          <a:prstGeom prst="rect">
            <a:avLst/>
          </a:prstGeom>
        </p:spPr>
        <p:txBody>
          <a:bodyPr anchorCtr="0" anchor="ctr" bIns="91425" lIns="91425" spcFirstLastPara="1" rIns="91425" wrap="square" tIns="91425">
            <a:noAutofit/>
          </a:bodyPr>
          <a:lstStyle>
            <a:lvl1pPr lvl="0" marR="38100" rtl="0" algn="ctr">
              <a:lnSpc>
                <a:spcPct val="100000"/>
              </a:lnSpc>
              <a:spcBef>
                <a:spcPts val="0"/>
              </a:spcBef>
              <a:spcAft>
                <a:spcPts val="0"/>
              </a:spcAft>
              <a:buClr>
                <a:schemeClr val="accent1"/>
              </a:buClr>
              <a:buSzPts val="1400"/>
              <a:buChar char="●"/>
              <a:defRPr sz="1400"/>
            </a:lvl1pPr>
            <a:lvl2pPr lvl="1" rtl="0" algn="ctr">
              <a:spcBef>
                <a:spcPts val="0"/>
              </a:spcBef>
              <a:spcAft>
                <a:spcPts val="0"/>
              </a:spcAft>
              <a:buSzPts val="1400"/>
              <a:buChar char="○"/>
              <a:defRPr/>
            </a:lvl2pPr>
            <a:lvl3pPr lvl="2" rtl="0" algn="ctr">
              <a:spcBef>
                <a:spcPts val="0"/>
              </a:spcBef>
              <a:spcAft>
                <a:spcPts val="0"/>
              </a:spcAft>
              <a:buSzPts val="1400"/>
              <a:buChar char="■"/>
              <a:defRPr/>
            </a:lvl3pPr>
            <a:lvl4pPr lvl="3" rtl="0" algn="ctr">
              <a:spcBef>
                <a:spcPts val="0"/>
              </a:spcBef>
              <a:spcAft>
                <a:spcPts val="0"/>
              </a:spcAft>
              <a:buSzPts val="1400"/>
              <a:buChar char="●"/>
              <a:defRPr/>
            </a:lvl4pPr>
            <a:lvl5pPr lvl="4" rtl="0" algn="ctr">
              <a:spcBef>
                <a:spcPts val="0"/>
              </a:spcBef>
              <a:spcAft>
                <a:spcPts val="0"/>
              </a:spcAft>
              <a:buSzPts val="1400"/>
              <a:buChar char="○"/>
              <a:defRPr/>
            </a:lvl5pPr>
            <a:lvl6pPr lvl="5" rtl="0" algn="ctr">
              <a:spcBef>
                <a:spcPts val="0"/>
              </a:spcBef>
              <a:spcAft>
                <a:spcPts val="0"/>
              </a:spcAft>
              <a:buSzPts val="1400"/>
              <a:buChar char="■"/>
              <a:defRPr/>
            </a:lvl6pPr>
            <a:lvl7pPr lvl="6" rtl="0" algn="ctr">
              <a:spcBef>
                <a:spcPts val="0"/>
              </a:spcBef>
              <a:spcAft>
                <a:spcPts val="0"/>
              </a:spcAft>
              <a:buSzPts val="1400"/>
              <a:buChar char="●"/>
              <a:defRPr/>
            </a:lvl7pPr>
            <a:lvl8pPr lvl="7" rtl="0" algn="ctr">
              <a:spcBef>
                <a:spcPts val="0"/>
              </a:spcBef>
              <a:spcAft>
                <a:spcPts val="0"/>
              </a:spcAft>
              <a:buSzPts val="1400"/>
              <a:buChar char="○"/>
              <a:defRPr/>
            </a:lvl8pPr>
            <a:lvl9pPr lvl="8" rtl="0" algn="ctr">
              <a:spcBef>
                <a:spcPts val="0"/>
              </a:spcBef>
              <a:spcAft>
                <a:spcPts val="0"/>
              </a:spcAft>
              <a:buSzPts val="1400"/>
              <a:buChar char="■"/>
              <a:defRPr/>
            </a:lvl9pPr>
          </a:lstStyle>
          <a:p/>
        </p:txBody>
      </p:sp>
      <p:sp>
        <p:nvSpPr>
          <p:cNvPr id="407" name="Google Shape;407;p45"/>
          <p:cNvSpPr txBox="1"/>
          <p:nvPr>
            <p:ph type="title"/>
          </p:nvPr>
        </p:nvSpPr>
        <p:spPr>
          <a:xfrm>
            <a:off x="713225" y="445025"/>
            <a:ext cx="45027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408" name="Google Shape;408;p45"/>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09" name="Google Shape;409;p45"/>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0" name="Google Shape;410;p45"/>
          <p:cNvCxnSpPr/>
          <p:nvPr/>
        </p:nvCxnSpPr>
        <p:spPr>
          <a:xfrm flipH="1">
            <a:off x="6772150" y="3663450"/>
            <a:ext cx="2823300" cy="1633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29">
    <p:spTree>
      <p:nvGrpSpPr>
        <p:cNvPr id="411" name="Shape 411"/>
        <p:cNvGrpSpPr/>
        <p:nvPr/>
      </p:nvGrpSpPr>
      <p:grpSpPr>
        <a:xfrm>
          <a:off x="0" y="0"/>
          <a:ext cx="0" cy="0"/>
          <a:chOff x="0" y="0"/>
          <a:chExt cx="0" cy="0"/>
        </a:xfrm>
      </p:grpSpPr>
      <p:cxnSp>
        <p:nvCxnSpPr>
          <p:cNvPr id="412" name="Google Shape;412;p46"/>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3" name="Google Shape;413;p46"/>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14" name="Google Shape;414;p46"/>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15" name="Google Shape;415;p46"/>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16" name="Google Shape;416;p46"/>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17" name="Google Shape;417;p46"/>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
        <p:nvSpPr>
          <p:cNvPr id="418" name="Google Shape;418;p46"/>
          <p:cNvSpPr txBox="1"/>
          <p:nvPr>
            <p:ph type="title"/>
          </p:nvPr>
        </p:nvSpPr>
        <p:spPr>
          <a:xfrm>
            <a:off x="1531650" y="445025"/>
            <a:ext cx="60807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419" name="Google Shape;419;p46"/>
          <p:cNvSpPr txBox="1"/>
          <p:nvPr>
            <p:ph idx="1" type="subTitle"/>
          </p:nvPr>
        </p:nvSpPr>
        <p:spPr>
          <a:xfrm>
            <a:off x="4525188" y="1537663"/>
            <a:ext cx="3957600" cy="2889000"/>
          </a:xfrm>
          <a:prstGeom prst="rect">
            <a:avLst/>
          </a:prstGeom>
        </p:spPr>
        <p:txBody>
          <a:bodyPr anchorCtr="0" anchor="ctr" bIns="91425" lIns="91425" spcFirstLastPara="1" rIns="91425" wrap="square" tIns="91425">
            <a:noAutofit/>
          </a:bodyPr>
          <a:lstStyle>
            <a:lvl1pPr lvl="0" marR="38100" rtl="0" algn="ctr">
              <a:lnSpc>
                <a:spcPct val="100000"/>
              </a:lnSpc>
              <a:spcBef>
                <a:spcPts val="0"/>
              </a:spcBef>
              <a:spcAft>
                <a:spcPts val="0"/>
              </a:spcAft>
              <a:buClr>
                <a:schemeClr val="accent1"/>
              </a:buClr>
              <a:buSzPts val="1400"/>
              <a:buChar char="●"/>
              <a:defRPr sz="1400"/>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
        <p:nvSpPr>
          <p:cNvPr id="420" name="Google Shape;420;p46"/>
          <p:cNvSpPr txBox="1"/>
          <p:nvPr>
            <p:ph idx="2" type="subTitle"/>
          </p:nvPr>
        </p:nvSpPr>
        <p:spPr>
          <a:xfrm>
            <a:off x="661213" y="1537663"/>
            <a:ext cx="3957600" cy="2889000"/>
          </a:xfrm>
          <a:prstGeom prst="rect">
            <a:avLst/>
          </a:prstGeom>
        </p:spPr>
        <p:txBody>
          <a:bodyPr anchorCtr="0" anchor="ctr" bIns="91425" lIns="91425" spcFirstLastPara="1" rIns="91425" wrap="square" tIns="91425">
            <a:noAutofit/>
          </a:bodyPr>
          <a:lstStyle>
            <a:lvl1pPr lvl="0" marR="38100" rtl="0" algn="ctr">
              <a:lnSpc>
                <a:spcPct val="100000"/>
              </a:lnSpc>
              <a:spcBef>
                <a:spcPts val="0"/>
              </a:spcBef>
              <a:spcAft>
                <a:spcPts val="0"/>
              </a:spcAft>
              <a:buClr>
                <a:schemeClr val="accent1"/>
              </a:buClr>
              <a:buSzPts val="1400"/>
              <a:buChar char="●"/>
              <a:defRPr sz="1400"/>
            </a:lvl1pPr>
            <a:lvl2pPr lvl="1" rtl="0" algn="ctr">
              <a:spcBef>
                <a:spcPts val="0"/>
              </a:spcBef>
              <a:spcAft>
                <a:spcPts val="0"/>
              </a:spcAft>
              <a:buClr>
                <a:schemeClr val="dk1"/>
              </a:buClr>
              <a:buSzPts val="1400"/>
              <a:buChar char="○"/>
              <a:defRPr/>
            </a:lvl2pPr>
            <a:lvl3pPr lvl="2" rtl="0" algn="ctr">
              <a:spcBef>
                <a:spcPts val="0"/>
              </a:spcBef>
              <a:spcAft>
                <a:spcPts val="0"/>
              </a:spcAft>
              <a:buClr>
                <a:schemeClr val="dk1"/>
              </a:buClr>
              <a:buSzPts val="1400"/>
              <a:buChar char="■"/>
              <a:defRPr/>
            </a:lvl3pPr>
            <a:lvl4pPr lvl="3" rtl="0" algn="ctr">
              <a:spcBef>
                <a:spcPts val="0"/>
              </a:spcBef>
              <a:spcAft>
                <a:spcPts val="0"/>
              </a:spcAft>
              <a:buClr>
                <a:schemeClr val="dk1"/>
              </a:buClr>
              <a:buSzPts val="1400"/>
              <a:buChar char="●"/>
              <a:defRPr/>
            </a:lvl4pPr>
            <a:lvl5pPr lvl="4" rtl="0" algn="ctr">
              <a:spcBef>
                <a:spcPts val="0"/>
              </a:spcBef>
              <a:spcAft>
                <a:spcPts val="0"/>
              </a:spcAft>
              <a:buClr>
                <a:schemeClr val="dk1"/>
              </a:buClr>
              <a:buSzPts val="1400"/>
              <a:buChar char="○"/>
              <a:defRPr/>
            </a:lvl5pPr>
            <a:lvl6pPr lvl="5" rtl="0" algn="ctr">
              <a:spcBef>
                <a:spcPts val="0"/>
              </a:spcBef>
              <a:spcAft>
                <a:spcPts val="0"/>
              </a:spcAft>
              <a:buClr>
                <a:schemeClr val="dk1"/>
              </a:buClr>
              <a:buSzPts val="1400"/>
              <a:buChar char="■"/>
              <a:defRPr/>
            </a:lvl6pPr>
            <a:lvl7pPr lvl="6" rtl="0" algn="ctr">
              <a:spcBef>
                <a:spcPts val="0"/>
              </a:spcBef>
              <a:spcAft>
                <a:spcPts val="0"/>
              </a:spcAft>
              <a:buClr>
                <a:schemeClr val="dk1"/>
              </a:buClr>
              <a:buSzPts val="1400"/>
              <a:buChar char="●"/>
              <a:defRPr/>
            </a:lvl7pPr>
            <a:lvl8pPr lvl="7" rtl="0" algn="ctr">
              <a:spcBef>
                <a:spcPts val="0"/>
              </a:spcBef>
              <a:spcAft>
                <a:spcPts val="0"/>
              </a:spcAft>
              <a:buClr>
                <a:schemeClr val="dk1"/>
              </a:buClr>
              <a:buSzPts val="1400"/>
              <a:buChar char="○"/>
              <a:defRPr/>
            </a:lvl8pPr>
            <a:lvl9pPr lvl="8" rtl="0" algn="ctr">
              <a:spcBef>
                <a:spcPts val="0"/>
              </a:spcBef>
              <a:spcAft>
                <a:spcPts val="0"/>
              </a:spcAft>
              <a:buClr>
                <a:schemeClr val="dk1"/>
              </a:buClr>
              <a:buSzPts val="1400"/>
              <a:buChar char="■"/>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9">
    <p:spTree>
      <p:nvGrpSpPr>
        <p:cNvPr id="421" name="Shape 421"/>
        <p:cNvGrpSpPr/>
        <p:nvPr/>
      </p:nvGrpSpPr>
      <p:grpSpPr>
        <a:xfrm>
          <a:off x="0" y="0"/>
          <a:ext cx="0" cy="0"/>
          <a:chOff x="0" y="0"/>
          <a:chExt cx="0" cy="0"/>
        </a:xfrm>
      </p:grpSpPr>
      <p:sp>
        <p:nvSpPr>
          <p:cNvPr id="422" name="Google Shape;422;p47"/>
          <p:cNvSpPr txBox="1"/>
          <p:nvPr>
            <p:ph idx="1" type="subTitle"/>
          </p:nvPr>
        </p:nvSpPr>
        <p:spPr>
          <a:xfrm>
            <a:off x="4816075" y="3616375"/>
            <a:ext cx="2942100" cy="3570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23" name="Google Shape;423;p47"/>
          <p:cNvSpPr txBox="1"/>
          <p:nvPr>
            <p:ph idx="2" type="subTitle"/>
          </p:nvPr>
        </p:nvSpPr>
        <p:spPr>
          <a:xfrm>
            <a:off x="4816200" y="3956375"/>
            <a:ext cx="2941800" cy="652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b="0"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24" name="Google Shape;424;p47"/>
          <p:cNvSpPr txBox="1"/>
          <p:nvPr>
            <p:ph idx="3" type="subTitle"/>
          </p:nvPr>
        </p:nvSpPr>
        <p:spPr>
          <a:xfrm>
            <a:off x="1385829" y="3616375"/>
            <a:ext cx="2942100" cy="3570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25" name="Google Shape;425;p47"/>
          <p:cNvSpPr txBox="1"/>
          <p:nvPr>
            <p:ph idx="4" type="subTitle"/>
          </p:nvPr>
        </p:nvSpPr>
        <p:spPr>
          <a:xfrm>
            <a:off x="1386025" y="3956375"/>
            <a:ext cx="2941800" cy="652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b="0"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26" name="Google Shape;426;p47"/>
          <p:cNvSpPr txBox="1"/>
          <p:nvPr>
            <p:ph type="title"/>
          </p:nvPr>
        </p:nvSpPr>
        <p:spPr>
          <a:xfrm>
            <a:off x="713225" y="445025"/>
            <a:ext cx="2729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atin typeface="Merriweather Light"/>
                <a:ea typeface="Merriweather Light"/>
                <a:cs typeface="Merriweather Light"/>
                <a:sym typeface="Merriweather Light"/>
              </a:defRPr>
            </a:lvl2pPr>
            <a:lvl3pPr lvl="2" rtl="0">
              <a:spcBef>
                <a:spcPts val="0"/>
              </a:spcBef>
              <a:spcAft>
                <a:spcPts val="0"/>
              </a:spcAft>
              <a:buSzPts val="3000"/>
              <a:buNone/>
              <a:defRPr>
                <a:latin typeface="Merriweather Light"/>
                <a:ea typeface="Merriweather Light"/>
                <a:cs typeface="Merriweather Light"/>
                <a:sym typeface="Merriweather Light"/>
              </a:defRPr>
            </a:lvl3pPr>
            <a:lvl4pPr lvl="3" rtl="0">
              <a:spcBef>
                <a:spcPts val="0"/>
              </a:spcBef>
              <a:spcAft>
                <a:spcPts val="0"/>
              </a:spcAft>
              <a:buSzPts val="3000"/>
              <a:buNone/>
              <a:defRPr>
                <a:latin typeface="Merriweather Light"/>
                <a:ea typeface="Merriweather Light"/>
                <a:cs typeface="Merriweather Light"/>
                <a:sym typeface="Merriweather Light"/>
              </a:defRPr>
            </a:lvl4pPr>
            <a:lvl5pPr lvl="4" rtl="0">
              <a:spcBef>
                <a:spcPts val="0"/>
              </a:spcBef>
              <a:spcAft>
                <a:spcPts val="0"/>
              </a:spcAft>
              <a:buSzPts val="3000"/>
              <a:buNone/>
              <a:defRPr>
                <a:latin typeface="Merriweather Light"/>
                <a:ea typeface="Merriweather Light"/>
                <a:cs typeface="Merriweather Light"/>
                <a:sym typeface="Merriweather Light"/>
              </a:defRPr>
            </a:lvl5pPr>
            <a:lvl6pPr lvl="5" rtl="0">
              <a:spcBef>
                <a:spcPts val="0"/>
              </a:spcBef>
              <a:spcAft>
                <a:spcPts val="0"/>
              </a:spcAft>
              <a:buSzPts val="3000"/>
              <a:buNone/>
              <a:defRPr>
                <a:latin typeface="Merriweather Light"/>
                <a:ea typeface="Merriweather Light"/>
                <a:cs typeface="Merriweather Light"/>
                <a:sym typeface="Merriweather Light"/>
              </a:defRPr>
            </a:lvl6pPr>
            <a:lvl7pPr lvl="6" rtl="0">
              <a:spcBef>
                <a:spcPts val="0"/>
              </a:spcBef>
              <a:spcAft>
                <a:spcPts val="0"/>
              </a:spcAft>
              <a:buSzPts val="3000"/>
              <a:buNone/>
              <a:defRPr>
                <a:latin typeface="Merriweather Light"/>
                <a:ea typeface="Merriweather Light"/>
                <a:cs typeface="Merriweather Light"/>
                <a:sym typeface="Merriweather Light"/>
              </a:defRPr>
            </a:lvl7pPr>
            <a:lvl8pPr lvl="7" rtl="0">
              <a:spcBef>
                <a:spcPts val="0"/>
              </a:spcBef>
              <a:spcAft>
                <a:spcPts val="0"/>
              </a:spcAft>
              <a:buSzPts val="3000"/>
              <a:buNone/>
              <a:defRPr>
                <a:latin typeface="Merriweather Light"/>
                <a:ea typeface="Merriweather Light"/>
                <a:cs typeface="Merriweather Light"/>
                <a:sym typeface="Merriweather Light"/>
              </a:defRPr>
            </a:lvl8pPr>
            <a:lvl9pPr lvl="8" rtl="0">
              <a:spcBef>
                <a:spcPts val="0"/>
              </a:spcBef>
              <a:spcAft>
                <a:spcPts val="0"/>
              </a:spcAft>
              <a:buSzPts val="3000"/>
              <a:buNone/>
              <a:defRPr>
                <a:latin typeface="Merriweather Light"/>
                <a:ea typeface="Merriweather Light"/>
                <a:cs typeface="Merriweather Light"/>
                <a:sym typeface="Merriweather Light"/>
              </a:defRPr>
            </a:lvl9pPr>
          </a:lstStyle>
          <a:p/>
        </p:txBody>
      </p:sp>
      <p:cxnSp>
        <p:nvCxnSpPr>
          <p:cNvPr id="427" name="Google Shape;427;p47"/>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28" name="Google Shape;428;p47"/>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4">
  <p:cSld name="CUSTOM_31">
    <p:spTree>
      <p:nvGrpSpPr>
        <p:cNvPr id="429" name="Shape 429"/>
        <p:cNvGrpSpPr/>
        <p:nvPr/>
      </p:nvGrpSpPr>
      <p:grpSpPr>
        <a:xfrm>
          <a:off x="0" y="0"/>
          <a:ext cx="0" cy="0"/>
          <a:chOff x="0" y="0"/>
          <a:chExt cx="0" cy="0"/>
        </a:xfrm>
      </p:grpSpPr>
      <p:sp>
        <p:nvSpPr>
          <p:cNvPr id="430" name="Google Shape;430;p48"/>
          <p:cNvSpPr txBox="1"/>
          <p:nvPr>
            <p:ph type="title"/>
          </p:nvPr>
        </p:nvSpPr>
        <p:spPr>
          <a:xfrm>
            <a:off x="1244250" y="445025"/>
            <a:ext cx="66555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atin typeface="Merriweather Light"/>
                <a:ea typeface="Merriweather Light"/>
                <a:cs typeface="Merriweather Light"/>
                <a:sym typeface="Merriweather Light"/>
              </a:defRPr>
            </a:lvl2pPr>
            <a:lvl3pPr lvl="2" rtl="0" algn="ctr">
              <a:spcBef>
                <a:spcPts val="0"/>
              </a:spcBef>
              <a:spcAft>
                <a:spcPts val="0"/>
              </a:spcAft>
              <a:buSzPts val="3000"/>
              <a:buNone/>
              <a:defRPr>
                <a:latin typeface="Merriweather Light"/>
                <a:ea typeface="Merriweather Light"/>
                <a:cs typeface="Merriweather Light"/>
                <a:sym typeface="Merriweather Light"/>
              </a:defRPr>
            </a:lvl3pPr>
            <a:lvl4pPr lvl="3" rtl="0" algn="ctr">
              <a:spcBef>
                <a:spcPts val="0"/>
              </a:spcBef>
              <a:spcAft>
                <a:spcPts val="0"/>
              </a:spcAft>
              <a:buSzPts val="3000"/>
              <a:buNone/>
              <a:defRPr>
                <a:latin typeface="Merriweather Light"/>
                <a:ea typeface="Merriweather Light"/>
                <a:cs typeface="Merriweather Light"/>
                <a:sym typeface="Merriweather Light"/>
              </a:defRPr>
            </a:lvl4pPr>
            <a:lvl5pPr lvl="4" rtl="0" algn="ctr">
              <a:spcBef>
                <a:spcPts val="0"/>
              </a:spcBef>
              <a:spcAft>
                <a:spcPts val="0"/>
              </a:spcAft>
              <a:buSzPts val="3000"/>
              <a:buNone/>
              <a:defRPr>
                <a:latin typeface="Merriweather Light"/>
                <a:ea typeface="Merriweather Light"/>
                <a:cs typeface="Merriweather Light"/>
                <a:sym typeface="Merriweather Light"/>
              </a:defRPr>
            </a:lvl5pPr>
            <a:lvl6pPr lvl="5" rtl="0" algn="ctr">
              <a:spcBef>
                <a:spcPts val="0"/>
              </a:spcBef>
              <a:spcAft>
                <a:spcPts val="0"/>
              </a:spcAft>
              <a:buSzPts val="3000"/>
              <a:buNone/>
              <a:defRPr>
                <a:latin typeface="Merriweather Light"/>
                <a:ea typeface="Merriweather Light"/>
                <a:cs typeface="Merriweather Light"/>
                <a:sym typeface="Merriweather Light"/>
              </a:defRPr>
            </a:lvl6pPr>
            <a:lvl7pPr lvl="6" rtl="0" algn="ctr">
              <a:spcBef>
                <a:spcPts val="0"/>
              </a:spcBef>
              <a:spcAft>
                <a:spcPts val="0"/>
              </a:spcAft>
              <a:buSzPts val="3000"/>
              <a:buNone/>
              <a:defRPr>
                <a:latin typeface="Merriweather Light"/>
                <a:ea typeface="Merriweather Light"/>
                <a:cs typeface="Merriweather Light"/>
                <a:sym typeface="Merriweather Light"/>
              </a:defRPr>
            </a:lvl7pPr>
            <a:lvl8pPr lvl="7" rtl="0" algn="ctr">
              <a:spcBef>
                <a:spcPts val="0"/>
              </a:spcBef>
              <a:spcAft>
                <a:spcPts val="0"/>
              </a:spcAft>
              <a:buSzPts val="3000"/>
              <a:buNone/>
              <a:defRPr>
                <a:latin typeface="Merriweather Light"/>
                <a:ea typeface="Merriweather Light"/>
                <a:cs typeface="Merriweather Light"/>
                <a:sym typeface="Merriweather Light"/>
              </a:defRPr>
            </a:lvl8pPr>
            <a:lvl9pPr lvl="8" rtl="0" algn="ctr">
              <a:spcBef>
                <a:spcPts val="0"/>
              </a:spcBef>
              <a:spcAft>
                <a:spcPts val="0"/>
              </a:spcAft>
              <a:buSzPts val="3000"/>
              <a:buNone/>
              <a:defRPr>
                <a:latin typeface="Merriweather Light"/>
                <a:ea typeface="Merriweather Light"/>
                <a:cs typeface="Merriweather Light"/>
                <a:sym typeface="Merriweather Light"/>
              </a:defRPr>
            </a:lvl9pPr>
          </a:lstStyle>
          <a:p/>
        </p:txBody>
      </p:sp>
      <p:sp>
        <p:nvSpPr>
          <p:cNvPr id="431" name="Google Shape;431;p48"/>
          <p:cNvSpPr txBox="1"/>
          <p:nvPr>
            <p:ph idx="1" type="subTitle"/>
          </p:nvPr>
        </p:nvSpPr>
        <p:spPr>
          <a:xfrm>
            <a:off x="3509000"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32" name="Google Shape;432;p48"/>
          <p:cNvSpPr txBox="1"/>
          <p:nvPr>
            <p:ph idx="2" type="subTitle"/>
          </p:nvPr>
        </p:nvSpPr>
        <p:spPr>
          <a:xfrm>
            <a:off x="3509025" y="3814950"/>
            <a:ext cx="2126100" cy="886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33" name="Google Shape;433;p48"/>
          <p:cNvSpPr txBox="1"/>
          <p:nvPr>
            <p:ph idx="3" type="subTitle"/>
          </p:nvPr>
        </p:nvSpPr>
        <p:spPr>
          <a:xfrm>
            <a:off x="95302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34" name="Google Shape;434;p48"/>
          <p:cNvSpPr txBox="1"/>
          <p:nvPr>
            <p:ph idx="4" type="subTitle"/>
          </p:nvPr>
        </p:nvSpPr>
        <p:spPr>
          <a:xfrm>
            <a:off x="953125" y="3814951"/>
            <a:ext cx="2126100" cy="886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35" name="Google Shape;435;p48"/>
          <p:cNvSpPr txBox="1"/>
          <p:nvPr>
            <p:ph idx="5" type="subTitle"/>
          </p:nvPr>
        </p:nvSpPr>
        <p:spPr>
          <a:xfrm>
            <a:off x="6064875" y="3398751"/>
            <a:ext cx="2126100" cy="44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1pPr>
            <a:lvl2pPr lvl="1"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2pPr>
            <a:lvl3pPr lvl="2"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3pPr>
            <a:lvl4pPr lvl="3"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4pPr>
            <a:lvl5pPr lvl="4"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5pPr>
            <a:lvl6pPr lvl="5"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6pPr>
            <a:lvl7pPr lvl="6"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7pPr>
            <a:lvl8pPr lvl="7"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8pPr>
            <a:lvl9pPr lvl="8" rtl="0" algn="ctr">
              <a:spcBef>
                <a:spcPts val="0"/>
              </a:spcBef>
              <a:spcAft>
                <a:spcPts val="0"/>
              </a:spcAft>
              <a:buClr>
                <a:schemeClr val="dk1"/>
              </a:buClr>
              <a:buSzPts val="2400"/>
              <a:buFont typeface="Vidaloka"/>
              <a:buNone/>
              <a:defRPr sz="2400">
                <a:solidFill>
                  <a:schemeClr val="dk1"/>
                </a:solidFill>
                <a:latin typeface="Vidaloka"/>
                <a:ea typeface="Vidaloka"/>
                <a:cs typeface="Vidaloka"/>
                <a:sym typeface="Vidaloka"/>
              </a:defRPr>
            </a:lvl9pPr>
          </a:lstStyle>
          <a:p/>
        </p:txBody>
      </p:sp>
      <p:sp>
        <p:nvSpPr>
          <p:cNvPr id="436" name="Google Shape;436;p48"/>
          <p:cNvSpPr txBox="1"/>
          <p:nvPr>
            <p:ph idx="6" type="subTitle"/>
          </p:nvPr>
        </p:nvSpPr>
        <p:spPr>
          <a:xfrm>
            <a:off x="6064875" y="3814950"/>
            <a:ext cx="2126100" cy="886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cxnSp>
        <p:nvCxnSpPr>
          <p:cNvPr id="437" name="Google Shape;437;p48"/>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38" name="Google Shape;438;p48"/>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39" name="Google Shape;439;p48"/>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40" name="Google Shape;440;p48"/>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1">
    <p:spTree>
      <p:nvGrpSpPr>
        <p:cNvPr id="441" name="Shape 441"/>
        <p:cNvGrpSpPr/>
        <p:nvPr/>
      </p:nvGrpSpPr>
      <p:grpSpPr>
        <a:xfrm>
          <a:off x="0" y="0"/>
          <a:ext cx="0" cy="0"/>
          <a:chOff x="0" y="0"/>
          <a:chExt cx="0" cy="0"/>
        </a:xfrm>
      </p:grpSpPr>
      <p:sp>
        <p:nvSpPr>
          <p:cNvPr id="442" name="Google Shape;442;p49"/>
          <p:cNvSpPr txBox="1"/>
          <p:nvPr>
            <p:ph type="title"/>
          </p:nvPr>
        </p:nvSpPr>
        <p:spPr>
          <a:xfrm>
            <a:off x="2832900" y="791200"/>
            <a:ext cx="3478200" cy="922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5300"/>
              <a:buNone/>
              <a:defRPr sz="7000"/>
            </a:lvl1pPr>
            <a:lvl2pPr lvl="1" rtl="0" algn="ctr">
              <a:spcBef>
                <a:spcPts val="0"/>
              </a:spcBef>
              <a:spcAft>
                <a:spcPts val="0"/>
              </a:spcAft>
              <a:buSzPts val="3000"/>
              <a:buNone/>
              <a:defRPr>
                <a:latin typeface="Open Sans"/>
                <a:ea typeface="Open Sans"/>
                <a:cs typeface="Open Sans"/>
                <a:sym typeface="Open Sans"/>
              </a:defRPr>
            </a:lvl2pPr>
            <a:lvl3pPr lvl="2" rtl="0" algn="ctr">
              <a:spcBef>
                <a:spcPts val="0"/>
              </a:spcBef>
              <a:spcAft>
                <a:spcPts val="0"/>
              </a:spcAft>
              <a:buSzPts val="3000"/>
              <a:buNone/>
              <a:defRPr>
                <a:latin typeface="Open Sans"/>
                <a:ea typeface="Open Sans"/>
                <a:cs typeface="Open Sans"/>
                <a:sym typeface="Open Sans"/>
              </a:defRPr>
            </a:lvl3pPr>
            <a:lvl4pPr lvl="3" rtl="0" algn="ctr">
              <a:spcBef>
                <a:spcPts val="0"/>
              </a:spcBef>
              <a:spcAft>
                <a:spcPts val="0"/>
              </a:spcAft>
              <a:buSzPts val="3000"/>
              <a:buNone/>
              <a:defRPr>
                <a:latin typeface="Open Sans"/>
                <a:ea typeface="Open Sans"/>
                <a:cs typeface="Open Sans"/>
                <a:sym typeface="Open Sans"/>
              </a:defRPr>
            </a:lvl4pPr>
            <a:lvl5pPr lvl="4" rtl="0" algn="ctr">
              <a:spcBef>
                <a:spcPts val="0"/>
              </a:spcBef>
              <a:spcAft>
                <a:spcPts val="0"/>
              </a:spcAft>
              <a:buSzPts val="3000"/>
              <a:buNone/>
              <a:defRPr>
                <a:latin typeface="Open Sans"/>
                <a:ea typeface="Open Sans"/>
                <a:cs typeface="Open Sans"/>
                <a:sym typeface="Open Sans"/>
              </a:defRPr>
            </a:lvl5pPr>
            <a:lvl6pPr lvl="5" rtl="0" algn="ctr">
              <a:spcBef>
                <a:spcPts val="0"/>
              </a:spcBef>
              <a:spcAft>
                <a:spcPts val="0"/>
              </a:spcAft>
              <a:buSzPts val="3000"/>
              <a:buNone/>
              <a:defRPr>
                <a:latin typeface="Open Sans"/>
                <a:ea typeface="Open Sans"/>
                <a:cs typeface="Open Sans"/>
                <a:sym typeface="Open Sans"/>
              </a:defRPr>
            </a:lvl6pPr>
            <a:lvl7pPr lvl="6" rtl="0" algn="ctr">
              <a:spcBef>
                <a:spcPts val="0"/>
              </a:spcBef>
              <a:spcAft>
                <a:spcPts val="0"/>
              </a:spcAft>
              <a:buSzPts val="3000"/>
              <a:buNone/>
              <a:defRPr>
                <a:latin typeface="Open Sans"/>
                <a:ea typeface="Open Sans"/>
                <a:cs typeface="Open Sans"/>
                <a:sym typeface="Open Sans"/>
              </a:defRPr>
            </a:lvl7pPr>
            <a:lvl8pPr lvl="7" rtl="0" algn="ctr">
              <a:spcBef>
                <a:spcPts val="0"/>
              </a:spcBef>
              <a:spcAft>
                <a:spcPts val="0"/>
              </a:spcAft>
              <a:buSzPts val="3000"/>
              <a:buNone/>
              <a:defRPr>
                <a:latin typeface="Open Sans"/>
                <a:ea typeface="Open Sans"/>
                <a:cs typeface="Open Sans"/>
                <a:sym typeface="Open Sans"/>
              </a:defRPr>
            </a:lvl8pPr>
            <a:lvl9pPr lvl="8" rtl="0" algn="ctr">
              <a:spcBef>
                <a:spcPts val="0"/>
              </a:spcBef>
              <a:spcAft>
                <a:spcPts val="0"/>
              </a:spcAft>
              <a:buSzPts val="3000"/>
              <a:buNone/>
              <a:defRPr>
                <a:latin typeface="Open Sans"/>
                <a:ea typeface="Open Sans"/>
                <a:cs typeface="Open Sans"/>
                <a:sym typeface="Open Sans"/>
              </a:defRPr>
            </a:lvl9pPr>
          </a:lstStyle>
          <a:p/>
        </p:txBody>
      </p:sp>
      <p:sp>
        <p:nvSpPr>
          <p:cNvPr id="443" name="Google Shape;443;p49"/>
          <p:cNvSpPr txBox="1"/>
          <p:nvPr>
            <p:ph idx="1" type="subTitle"/>
          </p:nvPr>
        </p:nvSpPr>
        <p:spPr>
          <a:xfrm>
            <a:off x="2983350" y="1749425"/>
            <a:ext cx="3177300" cy="922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sp>
        <p:nvSpPr>
          <p:cNvPr id="444" name="Google Shape;444;p49"/>
          <p:cNvSpPr txBox="1"/>
          <p:nvPr/>
        </p:nvSpPr>
        <p:spPr>
          <a:xfrm>
            <a:off x="2900450" y="3438275"/>
            <a:ext cx="3343200" cy="716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2"/>
                </a:solidFill>
                <a:latin typeface="Montserrat"/>
                <a:ea typeface="Montserrat"/>
                <a:cs typeface="Montserrat"/>
                <a:sym typeface="Montserrat"/>
              </a:rPr>
              <a:t>CREDITS</a:t>
            </a:r>
            <a:r>
              <a:rPr lang="en" sz="1100">
                <a:solidFill>
                  <a:schemeClr val="dk2"/>
                </a:solidFill>
                <a:latin typeface="Montserrat"/>
                <a:ea typeface="Montserrat"/>
                <a:cs typeface="Montserrat"/>
                <a:sym typeface="Montserrat"/>
              </a:rPr>
              <a:t>: This presentation template was created by </a:t>
            </a:r>
            <a:r>
              <a:rPr b="1" lang="en" sz="1100">
                <a:solidFill>
                  <a:schemeClr val="dk2"/>
                </a:solidFill>
                <a:uFill>
                  <a:noFill/>
                </a:uFill>
                <a:latin typeface="Montserrat"/>
                <a:ea typeface="Montserrat"/>
                <a:cs typeface="Montserrat"/>
                <a:sym typeface="Montserrat"/>
                <a:hlinkClick r:id="rId2">
                  <a:extLst>
                    <a:ext uri="{A12FA001-AC4F-418D-AE19-62706E023703}">
                      <ahyp:hlinkClr val="tx"/>
                    </a:ext>
                  </a:extLst>
                </a:hlinkClick>
              </a:rPr>
              <a:t>Slidesgo</a:t>
            </a:r>
            <a:r>
              <a:rPr lang="en" sz="1100">
                <a:solidFill>
                  <a:schemeClr val="dk2"/>
                </a:solidFill>
                <a:latin typeface="Montserrat"/>
                <a:ea typeface="Montserrat"/>
                <a:cs typeface="Montserrat"/>
                <a:sym typeface="Montserrat"/>
              </a:rPr>
              <a:t>, including icons by </a:t>
            </a:r>
            <a:r>
              <a:rPr b="1" lang="en" sz="1100">
                <a:solidFill>
                  <a:schemeClr val="dk2"/>
                </a:solidFill>
                <a:uFill>
                  <a:noFill/>
                </a:uFill>
                <a:latin typeface="Montserrat"/>
                <a:ea typeface="Montserrat"/>
                <a:cs typeface="Montserrat"/>
                <a:sym typeface="Montserrat"/>
                <a:hlinkClick r:id="rId3">
                  <a:extLst>
                    <a:ext uri="{A12FA001-AC4F-418D-AE19-62706E023703}">
                      <ahyp:hlinkClr val="tx"/>
                    </a:ext>
                  </a:extLst>
                </a:hlinkClick>
              </a:rPr>
              <a:t>Flaticon</a:t>
            </a:r>
            <a:r>
              <a:rPr lang="en" sz="1100">
                <a:solidFill>
                  <a:schemeClr val="dk2"/>
                </a:solidFill>
                <a:latin typeface="Montserrat"/>
                <a:ea typeface="Montserrat"/>
                <a:cs typeface="Montserrat"/>
                <a:sym typeface="Montserrat"/>
              </a:rPr>
              <a:t>, infographics &amp; images by </a:t>
            </a:r>
            <a:r>
              <a:rPr b="1" lang="en" sz="1100">
                <a:solidFill>
                  <a:schemeClr val="dk2"/>
                </a:solidFill>
                <a:uFill>
                  <a:noFill/>
                </a:uFill>
                <a:latin typeface="Montserrat"/>
                <a:ea typeface="Montserrat"/>
                <a:cs typeface="Montserrat"/>
                <a:sym typeface="Montserrat"/>
                <a:hlinkClick r:id="rId4">
                  <a:extLst>
                    <a:ext uri="{A12FA001-AC4F-418D-AE19-62706E023703}">
                      <ahyp:hlinkClr val="tx"/>
                    </a:ext>
                  </a:extLst>
                </a:hlinkClick>
              </a:rPr>
              <a:t>Freepik</a:t>
            </a:r>
            <a:endParaRPr b="1" sz="1100">
              <a:solidFill>
                <a:schemeClr val="dk2"/>
              </a:solidFill>
              <a:latin typeface="Montserrat"/>
              <a:ea typeface="Montserrat"/>
              <a:cs typeface="Montserrat"/>
              <a:sym typeface="Montserrat"/>
            </a:endParaRPr>
          </a:p>
        </p:txBody>
      </p:sp>
      <p:cxnSp>
        <p:nvCxnSpPr>
          <p:cNvPr id="445" name="Google Shape;445;p49"/>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46" name="Google Shape;446;p49"/>
          <p:cNvCxnSpPr/>
          <p:nvPr/>
        </p:nvCxnSpPr>
        <p:spPr>
          <a:xfrm>
            <a:off x="-257975" y="3935375"/>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47" name="Google Shape;447;p49"/>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48" name="Google Shape;448;p49"/>
          <p:cNvCxnSpPr/>
          <p:nvPr/>
        </p:nvCxnSpPr>
        <p:spPr>
          <a:xfrm>
            <a:off x="6467450" y="-72550"/>
            <a:ext cx="3047400" cy="13464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10">
    <p:spTree>
      <p:nvGrpSpPr>
        <p:cNvPr id="449" name="Shape 449"/>
        <p:cNvGrpSpPr/>
        <p:nvPr/>
      </p:nvGrpSpPr>
      <p:grpSpPr>
        <a:xfrm>
          <a:off x="0" y="0"/>
          <a:ext cx="0" cy="0"/>
          <a:chOff x="0" y="0"/>
          <a:chExt cx="0" cy="0"/>
        </a:xfrm>
      </p:grpSpPr>
      <p:cxnSp>
        <p:nvCxnSpPr>
          <p:cNvPr id="450" name="Google Shape;450;p50"/>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1" name="Google Shape;451;p50"/>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10_1">
    <p:spTree>
      <p:nvGrpSpPr>
        <p:cNvPr id="452" name="Shape 452"/>
        <p:cNvGrpSpPr/>
        <p:nvPr/>
      </p:nvGrpSpPr>
      <p:grpSpPr>
        <a:xfrm>
          <a:off x="0" y="0"/>
          <a:ext cx="0" cy="0"/>
          <a:chOff x="0" y="0"/>
          <a:chExt cx="0" cy="0"/>
        </a:xfrm>
      </p:grpSpPr>
      <p:cxnSp>
        <p:nvCxnSpPr>
          <p:cNvPr id="453" name="Google Shape;453;p51"/>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4" name="Google Shape;454;p51"/>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5" name="Google Shape;455;p51"/>
          <p:cNvCxnSpPr/>
          <p:nvPr/>
        </p:nvCxnSpPr>
        <p:spPr>
          <a:xfrm>
            <a:off x="7434175" y="-125600"/>
            <a:ext cx="1993200" cy="13302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56" name="Google Shape;456;p51"/>
          <p:cNvCxnSpPr/>
          <p:nvPr/>
        </p:nvCxnSpPr>
        <p:spPr>
          <a:xfrm>
            <a:off x="-147275" y="3943475"/>
            <a:ext cx="1993200" cy="1330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CUSTOM_10_1_1">
    <p:spTree>
      <p:nvGrpSpPr>
        <p:cNvPr id="457" name="Shape 457"/>
        <p:cNvGrpSpPr/>
        <p:nvPr/>
      </p:nvGrpSpPr>
      <p:grpSpPr>
        <a:xfrm>
          <a:off x="0" y="0"/>
          <a:ext cx="0" cy="0"/>
          <a:chOff x="0" y="0"/>
          <a:chExt cx="0" cy="0"/>
        </a:xfrm>
      </p:grpSpPr>
      <p:cxnSp>
        <p:nvCxnSpPr>
          <p:cNvPr id="458" name="Google Shape;458;p52"/>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59" name="Google Shape;459;p52"/>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60" name="Google Shape;460;p52"/>
          <p:cNvCxnSpPr/>
          <p:nvPr/>
        </p:nvCxnSpPr>
        <p:spPr>
          <a:xfrm flipH="1">
            <a:off x="6772150" y="3663450"/>
            <a:ext cx="2823300" cy="16332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CUSTOM_30">
    <p:spTree>
      <p:nvGrpSpPr>
        <p:cNvPr id="461" name="Shape 461"/>
        <p:cNvGrpSpPr/>
        <p:nvPr/>
      </p:nvGrpSpPr>
      <p:grpSpPr>
        <a:xfrm>
          <a:off x="0" y="0"/>
          <a:ext cx="0" cy="0"/>
          <a:chOff x="0" y="0"/>
          <a:chExt cx="0" cy="0"/>
        </a:xfrm>
      </p:grpSpPr>
      <p:cxnSp>
        <p:nvCxnSpPr>
          <p:cNvPr id="462" name="Google Shape;462;p53"/>
          <p:cNvCxnSpPr/>
          <p:nvPr/>
        </p:nvCxnSpPr>
        <p:spPr>
          <a:xfrm>
            <a:off x="-72550" y="27410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63" name="Google Shape;463;p53"/>
          <p:cNvCxnSpPr/>
          <p:nvPr/>
        </p:nvCxnSpPr>
        <p:spPr>
          <a:xfrm>
            <a:off x="-72550" y="4877450"/>
            <a:ext cx="9287400" cy="0"/>
          </a:xfrm>
          <a:prstGeom prst="straightConnector1">
            <a:avLst/>
          </a:prstGeom>
          <a:noFill/>
          <a:ln cap="flat" cmpd="sng" w="28575">
            <a:solidFill>
              <a:schemeClr val="accent1"/>
            </a:solidFill>
            <a:prstDash val="solid"/>
            <a:round/>
            <a:headEnd len="med" w="med" type="none"/>
            <a:tailEnd len="med" w="med" type="none"/>
          </a:ln>
        </p:spPr>
      </p:cxnSp>
      <p:cxnSp>
        <p:nvCxnSpPr>
          <p:cNvPr id="464" name="Google Shape;464;p53"/>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65" name="Google Shape;465;p53"/>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66" name="Google Shape;466;p53"/>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cxnSp>
        <p:nvCxnSpPr>
          <p:cNvPr id="467" name="Google Shape;467;p53"/>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med" w="med" type="none"/>
            <a:tailEnd len="med" w="med" type="none"/>
          </a:ln>
        </p:spPr>
      </p:cxn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471" name="Shape 471"/>
        <p:cNvGrpSpPr/>
        <p:nvPr/>
      </p:nvGrpSpPr>
      <p:grpSpPr>
        <a:xfrm>
          <a:off x="0" y="0"/>
          <a:ext cx="0" cy="0"/>
          <a:chOff x="0" y="0"/>
          <a:chExt cx="0" cy="0"/>
        </a:xfrm>
      </p:grpSpPr>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475" name="Shape 475"/>
        <p:cNvGrpSpPr/>
        <p:nvPr/>
      </p:nvGrpSpPr>
      <p:grpSpPr>
        <a:xfrm>
          <a:off x="0" y="0"/>
          <a:ext cx="0" cy="0"/>
          <a:chOff x="0" y="0"/>
          <a:chExt cx="0" cy="0"/>
        </a:xfrm>
      </p:grpSpPr>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476" name="Shape 476"/>
        <p:cNvGrpSpPr/>
        <p:nvPr/>
      </p:nvGrpSpPr>
      <p:grpSpPr>
        <a:xfrm>
          <a:off x="0" y="0"/>
          <a:ext cx="0" cy="0"/>
          <a:chOff x="0" y="0"/>
          <a:chExt cx="0" cy="0"/>
        </a:xfrm>
      </p:grpSpPr>
      <p:sp>
        <p:nvSpPr>
          <p:cNvPr id="477" name="Google Shape;477;p58"/>
          <p:cNvSpPr txBox="1"/>
          <p:nvPr>
            <p:ph type="title"/>
          </p:nvPr>
        </p:nvSpPr>
        <p:spPr>
          <a:xfrm>
            <a:off x="1048350" y="323850"/>
            <a:ext cx="70473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Font typeface="Arial"/>
              <a:buNone/>
              <a:defRPr>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000"/>
              <a:buFont typeface="Vidaloka"/>
              <a:buNone/>
              <a:defRPr sz="3000">
                <a:solidFill>
                  <a:schemeClr val="dk1"/>
                </a:solidFill>
                <a:latin typeface="Vidaloka"/>
                <a:ea typeface="Vidaloka"/>
                <a:cs typeface="Vidaloka"/>
                <a:sym typeface="Vidaloka"/>
              </a:defRPr>
            </a:lvl1pPr>
            <a:lvl2pPr lvl="1">
              <a:spcBef>
                <a:spcPts val="0"/>
              </a:spcBef>
              <a:spcAft>
                <a:spcPts val="0"/>
              </a:spcAft>
              <a:buClr>
                <a:schemeClr val="dk1"/>
              </a:buClr>
              <a:buSzPts val="3000"/>
              <a:buNone/>
              <a:defRPr i="1" sz="3000">
                <a:solidFill>
                  <a:schemeClr val="dk1"/>
                </a:solidFill>
              </a:defRPr>
            </a:lvl2pPr>
            <a:lvl3pPr lvl="2">
              <a:spcBef>
                <a:spcPts val="0"/>
              </a:spcBef>
              <a:spcAft>
                <a:spcPts val="0"/>
              </a:spcAft>
              <a:buClr>
                <a:schemeClr val="dk1"/>
              </a:buClr>
              <a:buSzPts val="3000"/>
              <a:buNone/>
              <a:defRPr i="1" sz="3000">
                <a:solidFill>
                  <a:schemeClr val="dk1"/>
                </a:solidFill>
              </a:defRPr>
            </a:lvl3pPr>
            <a:lvl4pPr lvl="3">
              <a:spcBef>
                <a:spcPts val="0"/>
              </a:spcBef>
              <a:spcAft>
                <a:spcPts val="0"/>
              </a:spcAft>
              <a:buClr>
                <a:schemeClr val="dk1"/>
              </a:buClr>
              <a:buSzPts val="3000"/>
              <a:buNone/>
              <a:defRPr i="1" sz="3000">
                <a:solidFill>
                  <a:schemeClr val="dk1"/>
                </a:solidFill>
              </a:defRPr>
            </a:lvl4pPr>
            <a:lvl5pPr lvl="4">
              <a:spcBef>
                <a:spcPts val="0"/>
              </a:spcBef>
              <a:spcAft>
                <a:spcPts val="0"/>
              </a:spcAft>
              <a:buClr>
                <a:schemeClr val="dk1"/>
              </a:buClr>
              <a:buSzPts val="3000"/>
              <a:buNone/>
              <a:defRPr i="1" sz="3000">
                <a:solidFill>
                  <a:schemeClr val="dk1"/>
                </a:solidFill>
              </a:defRPr>
            </a:lvl5pPr>
            <a:lvl6pPr lvl="5">
              <a:spcBef>
                <a:spcPts val="0"/>
              </a:spcBef>
              <a:spcAft>
                <a:spcPts val="0"/>
              </a:spcAft>
              <a:buClr>
                <a:schemeClr val="dk1"/>
              </a:buClr>
              <a:buSzPts val="3000"/>
              <a:buNone/>
              <a:defRPr i="1" sz="3000">
                <a:solidFill>
                  <a:schemeClr val="dk1"/>
                </a:solidFill>
              </a:defRPr>
            </a:lvl6pPr>
            <a:lvl7pPr lvl="6">
              <a:spcBef>
                <a:spcPts val="0"/>
              </a:spcBef>
              <a:spcAft>
                <a:spcPts val="0"/>
              </a:spcAft>
              <a:buClr>
                <a:schemeClr val="dk1"/>
              </a:buClr>
              <a:buSzPts val="3000"/>
              <a:buNone/>
              <a:defRPr i="1" sz="3000">
                <a:solidFill>
                  <a:schemeClr val="dk1"/>
                </a:solidFill>
              </a:defRPr>
            </a:lvl7pPr>
            <a:lvl8pPr lvl="7">
              <a:spcBef>
                <a:spcPts val="0"/>
              </a:spcBef>
              <a:spcAft>
                <a:spcPts val="0"/>
              </a:spcAft>
              <a:buClr>
                <a:schemeClr val="dk1"/>
              </a:buClr>
              <a:buSzPts val="3000"/>
              <a:buNone/>
              <a:defRPr i="1" sz="3000">
                <a:solidFill>
                  <a:schemeClr val="dk1"/>
                </a:solidFill>
              </a:defRPr>
            </a:lvl8pPr>
            <a:lvl9pPr lvl="8">
              <a:spcBef>
                <a:spcPts val="0"/>
              </a:spcBef>
              <a:spcAft>
                <a:spcPts val="0"/>
              </a:spcAft>
              <a:buClr>
                <a:schemeClr val="dk1"/>
              </a:buClr>
              <a:buSzPts val="3000"/>
              <a:buNone/>
              <a:defRPr i="1" sz="3000">
                <a:solidFill>
                  <a:schemeClr val="dk1"/>
                </a:solidFill>
              </a:defRPr>
            </a:lvl9pPr>
          </a:lstStyle>
          <a:p/>
        </p:txBody>
      </p:sp>
      <p:sp>
        <p:nvSpPr>
          <p:cNvPr id="7" name="Google Shape;7;p1"/>
          <p:cNvSpPr txBox="1"/>
          <p:nvPr>
            <p:ph idx="1" type="body"/>
          </p:nvPr>
        </p:nvSpPr>
        <p:spPr>
          <a:xfrm>
            <a:off x="713250" y="1152475"/>
            <a:ext cx="77175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Font typeface="Montserrat"/>
              <a:buChar char="●"/>
              <a:defRPr sz="1800">
                <a:solidFill>
                  <a:schemeClr val="dk2"/>
                </a:solidFill>
                <a:latin typeface="Montserrat"/>
                <a:ea typeface="Montserrat"/>
                <a:cs typeface="Montserrat"/>
                <a:sym typeface="Montserrat"/>
              </a:defRPr>
            </a:lvl1pPr>
            <a:lvl2pPr indent="-317500" lvl="1" marL="9144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2pPr>
            <a:lvl3pPr indent="-317500" lvl="2" marL="13716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3pPr>
            <a:lvl4pPr indent="-317500" lvl="3" marL="18288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4pPr>
            <a:lvl5pPr indent="-317500" lvl="4" marL="22860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5pPr>
            <a:lvl6pPr indent="-317500" lvl="5" marL="27432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6pPr>
            <a:lvl7pPr indent="-317500" lvl="6" marL="32004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7pPr>
            <a:lvl8pPr indent="-317500" lvl="7" marL="36576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8pPr>
            <a:lvl9pPr indent="-317500" lvl="8" marL="41148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468" name="Shape 468"/>
        <p:cNvGrpSpPr/>
        <p:nvPr/>
      </p:nvGrpSpPr>
      <p:grpSpPr>
        <a:xfrm>
          <a:off x="0" y="0"/>
          <a:ext cx="0" cy="0"/>
          <a:chOff x="0" y="0"/>
          <a:chExt cx="0" cy="0"/>
        </a:xfrm>
      </p:grpSpPr>
      <p:sp>
        <p:nvSpPr>
          <p:cNvPr id="469" name="Google Shape;469;p54"/>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470" name="Google Shape;470;p54"/>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70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472" name="Shape 472"/>
        <p:cNvGrpSpPr/>
        <p:nvPr/>
      </p:nvGrpSpPr>
      <p:grpSpPr>
        <a:xfrm>
          <a:off x="0" y="0"/>
          <a:ext cx="0" cy="0"/>
          <a:chOff x="0" y="0"/>
          <a:chExt cx="0" cy="0"/>
        </a:xfrm>
      </p:grpSpPr>
      <p:sp>
        <p:nvSpPr>
          <p:cNvPr id="473" name="Google Shape;473;p56"/>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474" name="Google Shape;474;p56"/>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701" r:id="rId1"/>
    <p:sldLayoutId id="2147483702"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400"/>
              <a:t>Beyond the Short Answer</a:t>
            </a:r>
          </a:p>
        </p:txBody>
      </p:sp>
      <p:sp>
        <p:nvSpPr>
          <p:cNvPr id="3" name="Subtitle 2"/>
          <p:cNvSpPr>
            <a:spLocks noGrp="1"/>
          </p:cNvSpPr>
          <p:nvPr>
            <p:ph type="subTitle" idx="1"/>
          </p:nvPr>
        </p:nvSpPr>
        <p:spPr/>
        <p:txBody>
          <a:bodyPr/>
          <a:lstStyle/>
          <a:p>
            <a:r>
              <a:t>Capital, creditors and the limits of limited liability  ·  English Part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Case in English</a:t>
            </a:r>
          </a:p>
        </p:txBody>
      </p:sp>
      <p:sp>
        <p:nvSpPr>
          <p:cNvPr id="3" name="Rectangle 2"/>
          <p:cNvSpPr/>
          <p:nvPr/>
        </p:nvSpPr>
        <p:spPr>
          <a:xfrm>
            <a:off x="713232" y="1143000"/>
            <a:ext cx="3749039" cy="3291840"/>
          </a:xfrm>
          <a:prstGeom prst="rect">
            <a:avLst/>
          </a:prstGeom>
          <a:solidFill>
            <a:srgbClr val="FFFFFF"/>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96112" y="1234440"/>
            <a:ext cx="3383280"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Original text</a:t>
            </a:r>
          </a:p>
        </p:txBody>
      </p:sp>
      <p:sp>
        <p:nvSpPr>
          <p:cNvPr id="5" name="TextBox 4"/>
          <p:cNvSpPr txBox="1"/>
          <p:nvPr/>
        </p:nvSpPr>
        <p:spPr>
          <a:xfrm>
            <a:off x="896112" y="1600200"/>
            <a:ext cx="3401568" cy="2788920"/>
          </a:xfrm>
          <a:prstGeom prst="rect">
            <a:avLst/>
          </a:prstGeom>
          <a:noFill/>
        </p:spPr>
        <p:txBody>
          <a:bodyPr wrap="square" anchor="t" lIns="0" rIns="0" tIns="0" bIns="0">
            <a:spAutoFit/>
          </a:bodyPr>
          <a:lstStyle/>
          <a:p>
            <a:pPr algn="l">
              <a:spcAft>
                <a:spcPts val="400"/>
              </a:spcAft>
            </a:pPr>
            <a:r>
              <a:rPr sz="1400" b="0" i="0">
                <a:solidFill>
                  <a:srgbClr val="3F3533"/>
                </a:solidFill>
                <a:latin typeface="Arial"/>
              </a:rPr>
              <a:t>A contributed 300,000 yuan in cash, B invested a patent </a:t>
            </a:r>
            <a:r>
              <a:rPr sz="1400" b="1" i="0">
                <a:solidFill>
                  <a:srgbClr val="3F3533"/>
                </a:solidFill>
                <a:latin typeface="Arial"/>
              </a:rPr>
              <a:t>valued at</a:t>
            </a:r>
            <a:r>
              <a:rPr sz="1400" b="0" i="0">
                <a:solidFill>
                  <a:srgbClr val="3F3533"/>
                </a:solidFill>
                <a:latin typeface="Arial"/>
              </a:rPr>
              <a:t> 200,000 yuan, and C contributed equipment valued at 100,000 yuan, jointly forming </a:t>
            </a:r>
            <a:r>
              <a:rPr sz="1400" b="1" i="0">
                <a:solidFill>
                  <a:srgbClr val="3F3533"/>
                </a:solidFill>
                <a:latin typeface="Arial"/>
              </a:rPr>
              <a:t>“Sanyou Technology Co., Ltd.”</a:t>
            </a:r>
            <a:r>
              <a:rPr sz="1400" b="0" i="0">
                <a:solidFill>
                  <a:srgbClr val="3F3533"/>
                </a:solidFill>
                <a:latin typeface="Arial"/>
              </a:rPr>
              <a:t> After a year, the company </a:t>
            </a:r>
            <a:r>
              <a:rPr sz="1400" b="1" i="0">
                <a:solidFill>
                  <a:srgbClr val="3F3533"/>
                </a:solidFill>
                <a:latin typeface="Arial"/>
              </a:rPr>
              <a:t>owed a supplier</a:t>
            </a:r>
            <a:r>
              <a:rPr sz="1400" b="0" i="0">
                <a:solidFill>
                  <a:srgbClr val="3F3533"/>
                </a:solidFill>
                <a:latin typeface="Arial"/>
              </a:rPr>
              <a:t>, who demanded that A, B and C pay with </a:t>
            </a:r>
            <a:r>
              <a:rPr sz="1400" b="1" i="0">
                <a:solidFill>
                  <a:srgbClr val="3F3533"/>
                </a:solidFill>
                <a:latin typeface="Arial"/>
              </a:rPr>
              <a:t>personal assets</a:t>
            </a:r>
            <a:r>
              <a:rPr sz="1400" b="0" i="0">
                <a:solidFill>
                  <a:srgbClr val="3F3533"/>
                </a:solidFill>
                <a:latin typeface="Arial"/>
              </a:rPr>
              <a:t>. B said, “My patent </a:t>
            </a:r>
            <a:r>
              <a:rPr sz="1400" b="1" i="0">
                <a:solidFill>
                  <a:srgbClr val="3F3533"/>
                </a:solidFill>
                <a:latin typeface="Arial"/>
              </a:rPr>
              <a:t>already belongs to the company</a:t>
            </a:r>
            <a:r>
              <a:rPr sz="1400" b="0" i="0">
                <a:solidFill>
                  <a:srgbClr val="3F3533"/>
                </a:solidFill>
                <a:latin typeface="Arial"/>
              </a:rPr>
              <a:t>,” and C said, “The equipment is with the company too.”</a:t>
            </a:r>
          </a:p>
        </p:txBody>
      </p:sp>
      <p:sp>
        <p:nvSpPr>
          <p:cNvPr id="6" name="TextBox 5"/>
          <p:cNvSpPr txBox="1"/>
          <p:nvPr/>
        </p:nvSpPr>
        <p:spPr>
          <a:xfrm>
            <a:off x="4645152" y="1143000"/>
            <a:ext cx="3785615"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Key terms decoded</a:t>
            </a:r>
          </a:p>
        </p:txBody>
      </p:sp>
      <p:sp>
        <p:nvSpPr>
          <p:cNvPr id="7" name="TextBox 6"/>
          <p:cNvSpPr txBox="1"/>
          <p:nvPr/>
        </p:nvSpPr>
        <p:spPr>
          <a:xfrm>
            <a:off x="4645152" y="1508760"/>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contributed / invested</a:t>
            </a:r>
          </a:p>
        </p:txBody>
      </p:sp>
      <p:sp>
        <p:nvSpPr>
          <p:cNvPr id="8" name="TextBox 7"/>
          <p:cNvSpPr txBox="1"/>
          <p:nvPr/>
        </p:nvSpPr>
        <p:spPr>
          <a:xfrm>
            <a:off x="6016752" y="1508760"/>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capital contribution: the price of shares (in common law, consideration)</a:t>
            </a:r>
          </a:p>
        </p:txBody>
      </p:sp>
      <p:sp>
        <p:nvSpPr>
          <p:cNvPr id="9" name="TextBox 8"/>
          <p:cNvSpPr txBox="1"/>
          <p:nvPr/>
        </p:nvSpPr>
        <p:spPr>
          <a:xfrm>
            <a:off x="4645152" y="2002536"/>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valued at</a:t>
            </a:r>
          </a:p>
        </p:txBody>
      </p:sp>
      <p:sp>
        <p:nvSpPr>
          <p:cNvPr id="10" name="TextBox 9"/>
          <p:cNvSpPr txBox="1"/>
          <p:nvPr/>
        </p:nvSpPr>
        <p:spPr>
          <a:xfrm>
            <a:off x="6016752" y="2002536"/>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a non-cash asset was given a price: who checked it?</a:t>
            </a:r>
          </a:p>
        </p:txBody>
      </p:sp>
      <p:sp>
        <p:nvSpPr>
          <p:cNvPr id="11" name="TextBox 10"/>
          <p:cNvSpPr txBox="1"/>
          <p:nvPr/>
        </p:nvSpPr>
        <p:spPr>
          <a:xfrm>
            <a:off x="4645152" y="2496312"/>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Co., Ltd.</a:t>
            </a:r>
          </a:p>
        </p:txBody>
      </p:sp>
      <p:sp>
        <p:nvSpPr>
          <p:cNvPr id="12" name="TextBox 11"/>
          <p:cNvSpPr txBox="1"/>
          <p:nvPr/>
        </p:nvSpPr>
        <p:spPr>
          <a:xfrm>
            <a:off x="6016752" y="2496312"/>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the name announces limited liability to the public</a:t>
            </a:r>
          </a:p>
        </p:txBody>
      </p:sp>
      <p:sp>
        <p:nvSpPr>
          <p:cNvPr id="13" name="TextBox 12"/>
          <p:cNvSpPr txBox="1"/>
          <p:nvPr/>
        </p:nvSpPr>
        <p:spPr>
          <a:xfrm>
            <a:off x="4645152" y="2990088"/>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owed a supplier</a:t>
            </a:r>
          </a:p>
        </p:txBody>
      </p:sp>
      <p:sp>
        <p:nvSpPr>
          <p:cNvPr id="14" name="TextBox 13"/>
          <p:cNvSpPr txBox="1"/>
          <p:nvPr/>
        </p:nvSpPr>
        <p:spPr>
          <a:xfrm>
            <a:off x="6016752" y="2990088"/>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a voluntary, contractual creditor</a:t>
            </a:r>
          </a:p>
        </p:txBody>
      </p:sp>
      <p:sp>
        <p:nvSpPr>
          <p:cNvPr id="15" name="TextBox 14"/>
          <p:cNvSpPr txBox="1"/>
          <p:nvPr/>
        </p:nvSpPr>
        <p:spPr>
          <a:xfrm>
            <a:off x="4645152" y="3483864"/>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personal assets</a:t>
            </a:r>
          </a:p>
        </p:txBody>
      </p:sp>
      <p:sp>
        <p:nvSpPr>
          <p:cNvPr id="16" name="TextBox 15"/>
          <p:cNvSpPr txBox="1"/>
          <p:nvPr/>
        </p:nvSpPr>
        <p:spPr>
          <a:xfrm>
            <a:off x="6016752" y="3483864"/>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the creditor tries to cross the company–owner line</a:t>
            </a:r>
          </a:p>
        </p:txBody>
      </p:sp>
      <p:sp>
        <p:nvSpPr>
          <p:cNvPr id="17" name="TextBox 16"/>
          <p:cNvSpPr txBox="1"/>
          <p:nvPr/>
        </p:nvSpPr>
        <p:spPr>
          <a:xfrm>
            <a:off x="4645152" y="3977639"/>
            <a:ext cx="1325880" cy="457200"/>
          </a:xfrm>
          <a:prstGeom prst="rect">
            <a:avLst/>
          </a:prstGeom>
          <a:noFill/>
        </p:spPr>
        <p:txBody>
          <a:bodyPr wrap="square" anchor="ctr" lIns="0" rIns="0" tIns="0" bIns="0">
            <a:spAutoFit/>
          </a:bodyPr>
          <a:lstStyle/>
          <a:p>
            <a:pPr algn="l">
              <a:spcAft>
                <a:spcPts val="400"/>
              </a:spcAft>
            </a:pPr>
            <a:r>
              <a:rPr sz="1150" b="1" i="1">
                <a:solidFill>
                  <a:srgbClr val="3F3533"/>
                </a:solidFill>
                <a:latin typeface="Arial"/>
              </a:rPr>
              <a:t>already belongs to…</a:t>
            </a:r>
          </a:p>
        </p:txBody>
      </p:sp>
      <p:sp>
        <p:nvSpPr>
          <p:cNvPr id="18" name="TextBox 17"/>
          <p:cNvSpPr txBox="1"/>
          <p:nvPr/>
        </p:nvSpPr>
        <p:spPr>
          <a:xfrm>
            <a:off x="6016752" y="3977639"/>
            <a:ext cx="2414016" cy="457200"/>
          </a:xfrm>
          <a:prstGeom prst="rect">
            <a:avLst/>
          </a:prstGeom>
          <a:noFill/>
        </p:spPr>
        <p:txBody>
          <a:bodyPr wrap="square" anchor="ctr" lIns="0" rIns="0" tIns="0" bIns="0">
            <a:spAutoFit/>
          </a:bodyPr>
          <a:lstStyle/>
          <a:p>
            <a:pPr algn="l">
              <a:spcAft>
                <a:spcPts val="400"/>
              </a:spcAft>
            </a:pPr>
            <a:r>
              <a:rPr sz="1150" b="0" i="0">
                <a:solidFill>
                  <a:srgbClr val="3F3533"/>
                </a:solidFill>
                <a:latin typeface="Arial"/>
              </a:rPr>
              <a:t>B and C invoke the company’s separate property</a:t>
            </a:r>
          </a:p>
        </p:txBody>
      </p:sp>
      <p:sp>
        <p:nvSpPr>
          <p:cNvPr id="19" name="Oval 18"/>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Ch.1 consideration (对价) · Ch.2 business names — the organisational form shows how owners are liable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Rectangle 2"/>
          <p:cNvSpPr/>
          <p:nvPr/>
        </p:nvSpPr>
        <p:spPr>
          <a:xfrm>
            <a:off x="713232" y="1188720"/>
            <a:ext cx="7717536" cy="658368"/>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50392" y="1307592"/>
            <a:ext cx="420624" cy="420624"/>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50392" y="1307592"/>
            <a:ext cx="420624" cy="420624"/>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Q1</a:t>
            </a:r>
          </a:p>
        </p:txBody>
      </p:sp>
      <p:sp>
        <p:nvSpPr>
          <p:cNvPr id="6" name="TextBox 5"/>
          <p:cNvSpPr txBox="1"/>
          <p:nvPr/>
        </p:nvSpPr>
        <p:spPr>
          <a:xfrm>
            <a:off x="1444752" y="1188720"/>
            <a:ext cx="2194560" cy="658368"/>
          </a:xfrm>
          <a:prstGeom prst="rect">
            <a:avLst/>
          </a:prstGeom>
          <a:noFill/>
        </p:spPr>
        <p:txBody>
          <a:bodyPr wrap="square" anchor="ctr" lIns="0" rIns="0" tIns="0" bIns="0">
            <a:spAutoFit/>
          </a:bodyPr>
          <a:lstStyle/>
          <a:p>
            <a:pPr algn="l">
              <a:spcAft>
                <a:spcPts val="400"/>
              </a:spcAft>
            </a:pPr>
            <a:r>
              <a:rPr sz="1400" b="1" i="0">
                <a:solidFill>
                  <a:srgbClr val="3F3533"/>
                </a:solidFill>
                <a:latin typeface="Arial"/>
              </a:rPr>
              <a:t>Forms of contribution</a:t>
            </a:r>
          </a:p>
        </p:txBody>
      </p:sp>
      <p:sp>
        <p:nvSpPr>
          <p:cNvPr id="7" name="TextBox 6"/>
          <p:cNvSpPr txBox="1"/>
          <p:nvPr/>
        </p:nvSpPr>
        <p:spPr>
          <a:xfrm>
            <a:off x="3685032" y="1188720"/>
            <a:ext cx="4572000" cy="658368"/>
          </a:xfrm>
          <a:prstGeom prst="rect">
            <a:avLst/>
          </a:prstGeom>
          <a:noFill/>
        </p:spPr>
        <p:txBody>
          <a:bodyPr wrap="square" anchor="ctr" lIns="0" rIns="0" tIns="0" bIns="0">
            <a:spAutoFit/>
          </a:bodyPr>
          <a:lstStyle/>
          <a:p>
            <a:pPr algn="l">
              <a:spcAft>
                <a:spcPts val="400"/>
              </a:spcAft>
            </a:pPr>
            <a:r>
              <a:rPr sz="1400" b="0" i="0">
                <a:solidFill>
                  <a:srgbClr val="3F3533"/>
                </a:solidFill>
                <a:latin typeface="Arial"/>
              </a:rPr>
              <a:t>Cash (A) · intellectual property (B) · property in kind (C)</a:t>
            </a:r>
          </a:p>
        </p:txBody>
      </p:sp>
      <p:sp>
        <p:nvSpPr>
          <p:cNvPr id="8" name="Rectangle 7"/>
          <p:cNvSpPr/>
          <p:nvPr/>
        </p:nvSpPr>
        <p:spPr>
          <a:xfrm>
            <a:off x="713232" y="1965960"/>
            <a:ext cx="7717536" cy="658368"/>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50392" y="2084831"/>
            <a:ext cx="420624" cy="420624"/>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0392" y="2084831"/>
            <a:ext cx="420624" cy="420624"/>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Q2</a:t>
            </a:r>
          </a:p>
        </p:txBody>
      </p:sp>
      <p:sp>
        <p:nvSpPr>
          <p:cNvPr id="11" name="TextBox 10"/>
          <p:cNvSpPr txBox="1"/>
          <p:nvPr/>
        </p:nvSpPr>
        <p:spPr>
          <a:xfrm>
            <a:off x="1444752" y="1965960"/>
            <a:ext cx="2194560" cy="658368"/>
          </a:xfrm>
          <a:prstGeom prst="rect">
            <a:avLst/>
          </a:prstGeom>
          <a:noFill/>
        </p:spPr>
        <p:txBody>
          <a:bodyPr wrap="square" anchor="ctr" lIns="0" rIns="0" tIns="0" bIns="0">
            <a:spAutoFit/>
          </a:bodyPr>
          <a:lstStyle/>
          <a:p>
            <a:pPr algn="l">
              <a:spcAft>
                <a:spcPts val="400"/>
              </a:spcAft>
            </a:pPr>
            <a:r>
              <a:rPr sz="1400" b="1" i="0">
                <a:solidFill>
                  <a:srgbClr val="3F3533"/>
                </a:solidFill>
                <a:latin typeface="Arial"/>
              </a:rPr>
              <a:t>Who owns the assets?</a:t>
            </a:r>
          </a:p>
        </p:txBody>
      </p:sp>
      <p:sp>
        <p:nvSpPr>
          <p:cNvPr id="12" name="TextBox 11"/>
          <p:cNvSpPr txBox="1"/>
          <p:nvPr/>
        </p:nvSpPr>
        <p:spPr>
          <a:xfrm>
            <a:off x="3685032" y="1965960"/>
            <a:ext cx="4572000" cy="658368"/>
          </a:xfrm>
          <a:prstGeom prst="rect">
            <a:avLst/>
          </a:prstGeom>
          <a:noFill/>
        </p:spPr>
        <p:txBody>
          <a:bodyPr wrap="square" anchor="ctr" lIns="0" rIns="0" tIns="0" bIns="0">
            <a:spAutoFit/>
          </a:bodyPr>
          <a:lstStyle/>
          <a:p>
            <a:pPr algn="l">
              <a:spcAft>
                <a:spcPts val="400"/>
              </a:spcAft>
            </a:pPr>
            <a:r>
              <a:rPr sz="1400" b="0" i="0">
                <a:solidFill>
                  <a:srgbClr val="3F3533"/>
                </a:solidFill>
                <a:latin typeface="Arial"/>
              </a:rPr>
              <a:t>The company — and it pays first, with all of its assets</a:t>
            </a:r>
          </a:p>
        </p:txBody>
      </p:sp>
      <p:sp>
        <p:nvSpPr>
          <p:cNvPr id="13" name="Rectangle 12"/>
          <p:cNvSpPr/>
          <p:nvPr/>
        </p:nvSpPr>
        <p:spPr>
          <a:xfrm>
            <a:off x="713232" y="2743200"/>
            <a:ext cx="7717536" cy="658368"/>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50392" y="2862072"/>
            <a:ext cx="420624" cy="420624"/>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50392" y="2862072"/>
            <a:ext cx="420624" cy="420624"/>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Q3</a:t>
            </a:r>
          </a:p>
        </p:txBody>
      </p:sp>
      <p:sp>
        <p:nvSpPr>
          <p:cNvPr id="16" name="TextBox 15"/>
          <p:cNvSpPr txBox="1"/>
          <p:nvPr/>
        </p:nvSpPr>
        <p:spPr>
          <a:xfrm>
            <a:off x="1444752" y="2743200"/>
            <a:ext cx="2194560" cy="658368"/>
          </a:xfrm>
          <a:prstGeom prst="rect">
            <a:avLst/>
          </a:prstGeom>
          <a:noFill/>
        </p:spPr>
        <p:txBody>
          <a:bodyPr wrap="square" anchor="ctr" lIns="0" rIns="0" tIns="0" bIns="0">
            <a:spAutoFit/>
          </a:bodyPr>
          <a:lstStyle/>
          <a:p>
            <a:pPr algn="l">
              <a:spcAft>
                <a:spcPts val="400"/>
              </a:spcAft>
            </a:pPr>
            <a:r>
              <a:rPr sz="1400" b="1" i="0">
                <a:solidFill>
                  <a:srgbClr val="3F3533"/>
                </a:solidFill>
                <a:latin typeface="Arial"/>
              </a:rPr>
              <a:t>Personal liability?</a:t>
            </a:r>
          </a:p>
        </p:txBody>
      </p:sp>
      <p:sp>
        <p:nvSpPr>
          <p:cNvPr id="17" name="TextBox 16"/>
          <p:cNvSpPr txBox="1"/>
          <p:nvPr/>
        </p:nvSpPr>
        <p:spPr>
          <a:xfrm>
            <a:off x="3685032" y="2743200"/>
            <a:ext cx="4572000" cy="658368"/>
          </a:xfrm>
          <a:prstGeom prst="rect">
            <a:avLst/>
          </a:prstGeom>
          <a:noFill/>
        </p:spPr>
        <p:txBody>
          <a:bodyPr wrap="square" anchor="ctr" lIns="0" rIns="0" tIns="0" bIns="0">
            <a:spAutoFit/>
          </a:bodyPr>
          <a:lstStyle/>
          <a:p>
            <a:pPr algn="l">
              <a:spcAft>
                <a:spcPts val="400"/>
              </a:spcAft>
            </a:pPr>
            <a:r>
              <a:rPr sz="1400" b="0" i="0">
                <a:solidFill>
                  <a:srgbClr val="3F3533"/>
                </a:solidFill>
                <a:latin typeface="Arial"/>
              </a:rPr>
              <a:t>Generally no: liability is capped at the subscribed capital</a:t>
            </a:r>
          </a:p>
        </p:txBody>
      </p:sp>
      <p:sp>
        <p:nvSpPr>
          <p:cNvPr id="18" name="Rectangle 17"/>
          <p:cNvSpPr/>
          <p:nvPr/>
        </p:nvSpPr>
        <p:spPr>
          <a:xfrm>
            <a:off x="713232" y="3611880"/>
            <a:ext cx="7717536" cy="82296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1832" y="3611880"/>
            <a:ext cx="7260336" cy="822960"/>
          </a:xfrm>
          <a:prstGeom prst="rect">
            <a:avLst/>
          </a:prstGeom>
          <a:noFill/>
        </p:spPr>
        <p:txBody>
          <a:bodyPr wrap="square" anchor="ctr" lIns="0" rIns="0" tIns="0" bIns="0">
            <a:spAutoFit/>
          </a:bodyPr>
          <a:lstStyle/>
          <a:p>
            <a:pPr algn="l">
              <a:spcAft>
                <a:spcPts val="400"/>
              </a:spcAft>
            </a:pPr>
            <a:r>
              <a:rPr sz="1400" b="1" i="0">
                <a:solidFill>
                  <a:srgbClr val="FFFFFF"/>
                </a:solidFill>
                <a:latin typeface="Arial"/>
              </a:rPr>
              <a:t>But the short answer hides harder questions. </a:t>
            </a:r>
            <a:r>
              <a:rPr sz="1400" b="0" i="0">
                <a:solidFill>
                  <a:srgbClr val="FFFFFF"/>
                </a:solidFill>
                <a:latin typeface="Arial"/>
              </a:rPr>
              <a:t>Is the capital real? When must it arrive? Why should the creditor carry the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Core of the Problem</a:t>
            </a:r>
          </a:p>
        </p:txBody>
      </p:sp>
      <p:sp>
        <p:nvSpPr>
          <p:cNvPr id="3" name="TextBox 2"/>
          <p:cNvSpPr txBox="1"/>
          <p:nvPr/>
        </p:nvSpPr>
        <p:spPr>
          <a:xfrm>
            <a:off x="713232" y="1097280"/>
            <a:ext cx="7717536" cy="777240"/>
          </a:xfrm>
          <a:prstGeom prst="rect">
            <a:avLst/>
          </a:prstGeom>
          <a:noFill/>
        </p:spPr>
        <p:txBody>
          <a:bodyPr wrap="square" anchor="ctr" lIns="0" rIns="0" tIns="0" bIns="0">
            <a:spAutoFit/>
          </a:bodyPr>
          <a:lstStyle/>
          <a:p>
            <a:pPr algn="ctr">
              <a:spcAft>
                <a:spcPts val="400"/>
              </a:spcAft>
            </a:pPr>
            <a:r>
              <a:rPr sz="1800" b="0" i="0">
                <a:solidFill>
                  <a:srgbClr val="3F3533"/>
                </a:solidFill>
                <a:latin typeface="Arial"/>
              </a:rPr>
              <a:t>Limited liability shifts business risk from shareholders to creditors.
</a:t>
            </a:r>
            <a:r>
              <a:rPr sz="1800" b="1" i="0">
                <a:solidFill>
                  <a:srgbClr val="3F3533"/>
                </a:solidFill>
                <a:latin typeface="Arial"/>
              </a:rPr>
              <a:t>Under what conditions is that shift fair?</a:t>
            </a:r>
          </a:p>
        </p:txBody>
      </p:sp>
      <p:sp>
        <p:nvSpPr>
          <p:cNvPr id="4" name="Rectangle 3"/>
          <p:cNvSpPr/>
          <p:nvPr/>
        </p:nvSpPr>
        <p:spPr>
          <a:xfrm>
            <a:off x="713232"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50392"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01</a:t>
            </a:r>
          </a:p>
        </p:txBody>
      </p:sp>
      <p:sp>
        <p:nvSpPr>
          <p:cNvPr id="6" name="TextBox 5"/>
          <p:cNvSpPr txBox="1"/>
          <p:nvPr/>
        </p:nvSpPr>
        <p:spPr>
          <a:xfrm>
            <a:off x="850392"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Quality of capital</a:t>
            </a:r>
          </a:p>
        </p:txBody>
      </p:sp>
      <p:sp>
        <p:nvSpPr>
          <p:cNvPr id="7" name="TextBox 6"/>
          <p:cNvSpPr txBox="1"/>
          <p:nvPr/>
        </p:nvSpPr>
        <p:spPr>
          <a:xfrm>
            <a:off x="850392"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Is B’s ¥200,000 patent really worth ¥200,000?</a:t>
            </a:r>
          </a:p>
        </p:txBody>
      </p:sp>
      <p:sp>
        <p:nvSpPr>
          <p:cNvPr id="8" name="Rectangle 7"/>
          <p:cNvSpPr/>
          <p:nvPr/>
        </p:nvSpPr>
        <p:spPr>
          <a:xfrm>
            <a:off x="2679191"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816351"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02</a:t>
            </a:r>
          </a:p>
        </p:txBody>
      </p:sp>
      <p:sp>
        <p:nvSpPr>
          <p:cNvPr id="10" name="TextBox 9"/>
          <p:cNvSpPr txBox="1"/>
          <p:nvPr/>
        </p:nvSpPr>
        <p:spPr>
          <a:xfrm>
            <a:off x="2816351"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Reality of capital</a:t>
            </a:r>
          </a:p>
        </p:txBody>
      </p:sp>
      <p:sp>
        <p:nvSpPr>
          <p:cNvPr id="11" name="TextBox 10"/>
          <p:cNvSpPr txBox="1"/>
          <p:nvPr/>
        </p:nvSpPr>
        <p:spPr>
          <a:xfrm>
            <a:off x="2816351"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When must the money actually arrive?</a:t>
            </a:r>
          </a:p>
        </p:txBody>
      </p:sp>
      <p:sp>
        <p:nvSpPr>
          <p:cNvPr id="12" name="Rectangle 11"/>
          <p:cNvSpPr/>
          <p:nvPr/>
        </p:nvSpPr>
        <p:spPr>
          <a:xfrm>
            <a:off x="4645152"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82312"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03</a:t>
            </a:r>
          </a:p>
        </p:txBody>
      </p:sp>
      <p:sp>
        <p:nvSpPr>
          <p:cNvPr id="14" name="TextBox 13"/>
          <p:cNvSpPr txBox="1"/>
          <p:nvPr/>
        </p:nvSpPr>
        <p:spPr>
          <a:xfrm>
            <a:off x="4782312"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The creditor’s side</a:t>
            </a:r>
          </a:p>
        </p:txBody>
      </p:sp>
      <p:sp>
        <p:nvSpPr>
          <p:cNvPr id="15" name="TextBox 14"/>
          <p:cNvSpPr txBox="1"/>
          <p:nvPr/>
        </p:nvSpPr>
        <p:spPr>
          <a:xfrm>
            <a:off x="4782312"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Why should the supplier bear the loss?</a:t>
            </a:r>
          </a:p>
        </p:txBody>
      </p:sp>
      <p:sp>
        <p:nvSpPr>
          <p:cNvPr id="16" name="Rectangle 15"/>
          <p:cNvSpPr/>
          <p:nvPr/>
        </p:nvSpPr>
        <p:spPr>
          <a:xfrm>
            <a:off x="6611112" y="2103120"/>
            <a:ext cx="1819656" cy="19202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48272" y="2176272"/>
            <a:ext cx="914400" cy="411480"/>
          </a:xfrm>
          <a:prstGeom prst="rect">
            <a:avLst/>
          </a:prstGeom>
          <a:noFill/>
        </p:spPr>
        <p:txBody>
          <a:bodyPr wrap="square" anchor="t" lIns="0" rIns="0" tIns="0" bIns="0">
            <a:spAutoFit/>
          </a:bodyPr>
          <a:lstStyle/>
          <a:p>
            <a:pPr algn="l">
              <a:spcAft>
                <a:spcPts val="400"/>
              </a:spcAft>
            </a:pPr>
            <a:r>
              <a:rPr sz="2200" b="1" i="0">
                <a:solidFill>
                  <a:srgbClr val="3F3533"/>
                </a:solidFill>
                <a:latin typeface="Arial"/>
              </a:rPr>
              <a:t>04</a:t>
            </a:r>
          </a:p>
        </p:txBody>
      </p:sp>
      <p:sp>
        <p:nvSpPr>
          <p:cNvPr id="18" name="TextBox 17"/>
          <p:cNvSpPr txBox="1"/>
          <p:nvPr/>
        </p:nvSpPr>
        <p:spPr>
          <a:xfrm>
            <a:off x="6748272" y="2633472"/>
            <a:ext cx="1600200" cy="502920"/>
          </a:xfrm>
          <a:prstGeom prst="rect">
            <a:avLst/>
          </a:prstGeom>
          <a:noFill/>
        </p:spPr>
        <p:txBody>
          <a:bodyPr wrap="square" anchor="t" lIns="0" rIns="0" tIns="0" bIns="0">
            <a:spAutoFit/>
          </a:bodyPr>
          <a:lstStyle/>
          <a:p>
            <a:pPr algn="l">
              <a:spcAft>
                <a:spcPts val="400"/>
              </a:spcAft>
            </a:pPr>
            <a:r>
              <a:rPr sz="1350" b="1" i="0">
                <a:solidFill>
                  <a:srgbClr val="3F3533"/>
                </a:solidFill>
                <a:latin typeface="Arial"/>
              </a:rPr>
              <a:t>The breaking point</a:t>
            </a:r>
          </a:p>
        </p:txBody>
      </p:sp>
      <p:sp>
        <p:nvSpPr>
          <p:cNvPr id="19" name="TextBox 18"/>
          <p:cNvSpPr txBox="1"/>
          <p:nvPr/>
        </p:nvSpPr>
        <p:spPr>
          <a:xfrm>
            <a:off x="6748272" y="3154680"/>
            <a:ext cx="1572768" cy="1143000"/>
          </a:xfrm>
          <a:prstGeom prst="rect">
            <a:avLst/>
          </a:prstGeom>
          <a:noFill/>
        </p:spPr>
        <p:txBody>
          <a:bodyPr wrap="square" anchor="t" lIns="0" rIns="0" tIns="0" bIns="0">
            <a:spAutoFit/>
          </a:bodyPr>
          <a:lstStyle/>
          <a:p>
            <a:pPr algn="l">
              <a:spcAft>
                <a:spcPts val="400"/>
              </a:spcAft>
            </a:pPr>
            <a:r>
              <a:rPr sz="1300" b="0" i="1">
                <a:solidFill>
                  <a:srgbClr val="5E5755"/>
                </a:solidFill>
                <a:latin typeface="Arial"/>
              </a:rPr>
              <a:t>Which facts let the supplier reach personal assets?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01 · Not All Yuan Are Equal</a:t>
            </a:r>
          </a:p>
        </p:txBody>
      </p:sp>
      <p:sp>
        <p:nvSpPr>
          <p:cNvPr id="3" name="TextBox 2"/>
          <p:cNvSpPr txBox="1"/>
          <p:nvPr/>
        </p:nvSpPr>
        <p:spPr>
          <a:xfrm>
            <a:off x="713232" y="1115568"/>
            <a:ext cx="3840480"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Hidden risks behind the same ¥ figure</a:t>
            </a:r>
          </a:p>
        </p:txBody>
      </p:sp>
      <p:graphicFrame>
        <p:nvGraphicFramePr>
          <p:cNvPr id="4" name="Table 3"/>
          <p:cNvGraphicFramePr>
            <a:graphicFrameLocks noGrp="1"/>
          </p:cNvGraphicFramePr>
          <p:nvPr/>
        </p:nvGraphicFramePr>
        <p:xfrm>
          <a:off x="713232" y="1463040"/>
          <a:ext cx="3840480" cy="2267712"/>
        </p:xfrm>
        <a:graphic>
          <a:graphicData uri="http://schemas.openxmlformats.org/drawingml/2006/table">
            <a:tbl>
              <a:tblPr firstRow="0" bandRow="0">
                <a:tableStyleId>{5C22544A-7EE6-4342-B048-85BDC9FD1C3A}</a:tableStyleId>
              </a:tblPr>
              <a:tblGrid>
                <a:gridCol w="1051560"/>
                <a:gridCol w="2788920"/>
              </a:tblGrid>
              <a:tr h="566928">
                <a:tc>
                  <a:txBody>
                    <a:bodyPr wrap="square"/>
                    <a:lstStyle/>
                    <a:p>
                      <a:r>
                        <a:rPr sz="1200" b="1" i="0">
                          <a:solidFill>
                            <a:srgbClr val="FFFFFF"/>
                          </a:solidFill>
                          <a:latin typeface="Arial"/>
                        </a:rPr>
                        <a:t>Asset</a:t>
                      </a:r>
                    </a:p>
                  </a:txBody>
                  <a:tcPr marL="73152" marR="73152" marT="45720" marB="45720" anchor="ctr">
                    <a:solidFill>
                      <a:srgbClr val="3F3533"/>
                    </a:solidFill>
                  </a:tcPr>
                </a:tc>
                <a:tc>
                  <a:txBody>
                    <a:bodyPr wrap="square"/>
                    <a:lstStyle/>
                    <a:p>
                      <a:r>
                        <a:rPr sz="1200" b="1" i="0">
                          <a:solidFill>
                            <a:srgbClr val="FFFFFF"/>
                          </a:solidFill>
                          <a:latin typeface="Arial"/>
                        </a:rPr>
                        <a:t>Hidden risk</a:t>
                      </a:r>
                    </a:p>
                  </a:txBody>
                  <a:tcPr marL="73152" marR="73152" marT="45720" marB="45720" anchor="ctr">
                    <a:solidFill>
                      <a:srgbClr val="3F3533"/>
                    </a:solidFill>
                  </a:tcPr>
                </a:tc>
              </a:tr>
              <a:tr h="566928">
                <a:tc>
                  <a:txBody>
                    <a:bodyPr wrap="square"/>
                    <a:lstStyle/>
                    <a:p>
                      <a:r>
                        <a:rPr sz="1100" b="1" i="0">
                          <a:solidFill>
                            <a:srgbClr val="3F3533"/>
                          </a:solidFill>
                          <a:latin typeface="Arial"/>
                        </a:rPr>
                        <a:t>Cash (A)</a:t>
                      </a:r>
                    </a:p>
                  </a:txBody>
                  <a:tcPr marL="73152" marR="73152" marT="45720" marB="45720" anchor="ctr">
                    <a:solidFill>
                      <a:srgbClr val="F6F7FB"/>
                    </a:solidFill>
                  </a:tcPr>
                </a:tc>
                <a:tc>
                  <a:txBody>
                    <a:bodyPr wrap="square"/>
                    <a:lstStyle/>
                    <a:p>
                      <a:r>
                        <a:rPr sz="1100" b="0" i="0">
                          <a:solidFill>
                            <a:srgbClr val="3F3533"/>
                          </a:solidFill>
                          <a:latin typeface="Arial"/>
                        </a:rPr>
                        <a:t>None: value is certain</a:t>
                      </a:r>
                    </a:p>
                  </a:txBody>
                  <a:tcPr marL="73152" marR="73152" marT="45720" marB="45720" anchor="ctr">
                    <a:solidFill>
                      <a:srgbClr val="F6F7FB"/>
                    </a:solidFill>
                  </a:tcPr>
                </a:tc>
              </a:tr>
              <a:tr h="566928">
                <a:tc>
                  <a:txBody>
                    <a:bodyPr wrap="square"/>
                    <a:lstStyle/>
                    <a:p>
                      <a:r>
                        <a:rPr sz="1100" b="1" i="0">
                          <a:solidFill>
                            <a:srgbClr val="3F3533"/>
                          </a:solidFill>
                          <a:latin typeface="Arial"/>
                        </a:rPr>
                        <a:t>Patent (B)</a:t>
                      </a:r>
                    </a:p>
                  </a:txBody>
                  <a:tcPr marL="73152" marR="73152" marT="45720" marB="45720" anchor="ctr">
                    <a:solidFill>
                      <a:srgbClr val="FFFFFF"/>
                    </a:solidFill>
                  </a:tcPr>
                </a:tc>
                <a:tc>
                  <a:txBody>
                    <a:bodyPr wrap="square"/>
                    <a:lstStyle/>
                    <a:p>
                      <a:r>
                        <a:rPr sz="1100" b="0" i="0">
                          <a:solidFill>
                            <a:srgbClr val="3F3533"/>
                          </a:solidFill>
                          <a:latin typeface="Arial"/>
                        </a:rPr>
                        <a:t>Invalidation is retroactive (Patent Law Art. 47); term runs down; prior licences; subjective price</a:t>
                      </a:r>
                    </a:p>
                  </a:txBody>
                  <a:tcPr marL="73152" marR="73152" marT="45720" marB="45720" anchor="ctr">
                    <a:solidFill>
                      <a:srgbClr val="FFFFFF"/>
                    </a:solidFill>
                  </a:tcPr>
                </a:tc>
              </a:tr>
              <a:tr h="566928">
                <a:tc>
                  <a:txBody>
                    <a:bodyPr wrap="square"/>
                    <a:lstStyle/>
                    <a:p>
                      <a:r>
                        <a:rPr sz="1100" b="1" i="0">
                          <a:solidFill>
                            <a:srgbClr val="3F3533"/>
                          </a:solidFill>
                          <a:latin typeface="Arial"/>
                        </a:rPr>
                        <a:t>Equipment (C)</a:t>
                      </a:r>
                    </a:p>
                  </a:txBody>
                  <a:tcPr marL="73152" marR="73152" marT="45720" marB="45720" anchor="ctr">
                    <a:solidFill>
                      <a:srgbClr val="F6F7FB"/>
                    </a:solidFill>
                  </a:tcPr>
                </a:tc>
                <a:tc>
                  <a:txBody>
                    <a:bodyPr wrap="square"/>
                    <a:lstStyle/>
                    <a:p>
                      <a:r>
                        <a:rPr sz="1100" b="0" i="0">
                          <a:solidFill>
                            <a:srgbClr val="3F3533"/>
                          </a:solidFill>
                          <a:latin typeface="Arial"/>
                        </a:rPr>
                        <a:t>Depreciation; seller’s retained title; existing mortgage (cannot be contributed)</a:t>
                      </a:r>
                    </a:p>
                  </a:txBody>
                  <a:tcPr marL="73152" marR="73152" marT="45720" marB="45720" anchor="ctr">
                    <a:solidFill>
                      <a:srgbClr val="F6F7FB"/>
                    </a:solidFill>
                  </a:tcPr>
                </a:tc>
              </a:tr>
            </a:tbl>
          </a:graphicData>
        </a:graphic>
      </p:graphicFrame>
      <p:sp>
        <p:nvSpPr>
          <p:cNvPr id="5" name="TextBox 4"/>
          <p:cNvSpPr txBox="1"/>
          <p:nvPr/>
        </p:nvSpPr>
        <p:spPr>
          <a:xfrm>
            <a:off x="4782312" y="1115568"/>
            <a:ext cx="3648456"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Who bears which risk?</a:t>
            </a:r>
          </a:p>
        </p:txBody>
      </p:sp>
      <p:sp>
        <p:nvSpPr>
          <p:cNvPr id="6" name="Rectangle 5"/>
          <p:cNvSpPr/>
          <p:nvPr/>
        </p:nvSpPr>
        <p:spPr>
          <a:xfrm>
            <a:off x="4782312" y="1463040"/>
            <a:ext cx="364845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19472" y="1517904"/>
            <a:ext cx="3383280" cy="77724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Overvalued at contribution</a:t>
            </a:r>
          </a:p>
          <a:p>
            <a:pPr algn="l">
              <a:spcAft>
                <a:spcPts val="400"/>
              </a:spcAft>
            </a:pPr>
            <a:r>
              <a:rPr sz="1150" b="0" i="0">
                <a:solidFill>
                  <a:srgbClr val="3F3533"/>
                </a:solidFill>
                <a:latin typeface="Arial"/>
              </a:rPr>
              <a:t>B makes up the gap; A and C jointly liable (Art. 50; Interp. III Art. 9)</a:t>
            </a:r>
          </a:p>
        </p:txBody>
      </p:sp>
      <p:sp>
        <p:nvSpPr>
          <p:cNvPr id="8" name="Rectangle 7"/>
          <p:cNvSpPr/>
          <p:nvPr/>
        </p:nvSpPr>
        <p:spPr>
          <a:xfrm>
            <a:off x="4782312" y="2441448"/>
            <a:ext cx="364845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919472" y="2496312"/>
            <a:ext cx="3383280" cy="77724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Lost value later (market)</a:t>
            </a:r>
          </a:p>
          <a:p>
            <a:pPr algn="l">
              <a:spcAft>
                <a:spcPts val="400"/>
              </a:spcAft>
            </a:pPr>
            <a:r>
              <a:rPr sz="1150" b="0" i="0">
                <a:solidFill>
                  <a:srgbClr val="3F3533"/>
                </a:solidFill>
                <a:latin typeface="Arial"/>
              </a:rPr>
              <a:t>No top-up required (Interp. III Art. 15)</a:t>
            </a:r>
          </a:p>
        </p:txBody>
      </p:sp>
      <p:sp>
        <p:nvSpPr>
          <p:cNvPr id="10" name="Rectangle 9"/>
          <p:cNvSpPr/>
          <p:nvPr/>
        </p:nvSpPr>
        <p:spPr>
          <a:xfrm>
            <a:off x="4782312" y="3419856"/>
            <a:ext cx="3648456" cy="86868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919472" y="3474720"/>
            <a:ext cx="3383280" cy="777240"/>
          </a:xfrm>
          <a:prstGeom prst="rect">
            <a:avLst/>
          </a:prstGeom>
          <a:noFill/>
        </p:spPr>
        <p:txBody>
          <a:bodyPr wrap="square" anchor="ctr" lIns="0" rIns="0" tIns="0" bIns="0">
            <a:spAutoFit/>
          </a:bodyPr>
          <a:lstStyle/>
          <a:p>
            <a:pPr algn="l">
              <a:spcAft>
                <a:spcPts val="200"/>
              </a:spcAft>
            </a:pPr>
            <a:r>
              <a:rPr sz="1250" b="1" i="0">
                <a:solidFill>
                  <a:srgbClr val="FFFFFF"/>
                </a:solidFill>
                <a:latin typeface="Arial"/>
              </a:rPr>
              <a:t>Patent later invalidated</a:t>
            </a:r>
          </a:p>
          <a:p>
            <a:pPr algn="l">
              <a:spcAft>
                <a:spcPts val="400"/>
              </a:spcAft>
            </a:pPr>
            <a:r>
              <a:rPr sz="1150" b="0" i="0">
                <a:solidFill>
                  <a:srgbClr val="FFFFFF"/>
                </a:solidFill>
                <a:latin typeface="Arial"/>
              </a:rPr>
              <a:t>Defect existed from day one → arguably defective contribution (debated)</a:t>
            </a:r>
          </a:p>
        </p:txBody>
      </p:sp>
      <p:sp>
        <p:nvSpPr>
          <p:cNvPr id="12" name="Oval 11"/>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Ch.6 forms of contribution (must be valuable and transferable) · principle of capital determination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01 · Who Checks the Price?</a:t>
            </a:r>
          </a:p>
        </p:txBody>
      </p:sp>
      <p:graphicFrame>
        <p:nvGraphicFramePr>
          <p:cNvPr id="3" name="Table 2"/>
          <p:cNvGraphicFramePr>
            <a:graphicFrameLocks noGrp="1"/>
          </p:cNvGraphicFramePr>
          <p:nvPr/>
        </p:nvGraphicFramePr>
        <p:xfrm>
          <a:off x="713232" y="1143000"/>
          <a:ext cx="7717535" cy="2651760"/>
        </p:xfrm>
        <a:graphic>
          <a:graphicData uri="http://schemas.openxmlformats.org/drawingml/2006/table">
            <a:tbl>
              <a:tblPr firstRow="0" bandRow="0">
                <a:tableStyleId>{5C22544A-7EE6-4342-B048-85BDC9FD1C3A}</a:tableStyleId>
              </a:tblPr>
              <a:tblGrid>
                <a:gridCol w="1600200"/>
                <a:gridCol w="4206240"/>
                <a:gridCol w="1911095"/>
              </a:tblGrid>
              <a:tr h="530352">
                <a:tc>
                  <a:txBody>
                    <a:bodyPr wrap="square"/>
                    <a:lstStyle/>
                    <a:p>
                      <a:r>
                        <a:rPr sz="1200" b="1" i="0">
                          <a:solidFill>
                            <a:srgbClr val="FFFFFF"/>
                          </a:solidFill>
                          <a:latin typeface="Arial"/>
                        </a:rPr>
                        <a:t>System</a:t>
                      </a:r>
                    </a:p>
                  </a:txBody>
                  <a:tcPr marL="73152" marR="73152" marT="45720" marB="45720" anchor="ctr">
                    <a:solidFill>
                      <a:srgbClr val="3F3533"/>
                    </a:solidFill>
                  </a:tcPr>
                </a:tc>
                <a:tc>
                  <a:txBody>
                    <a:bodyPr wrap="square"/>
                    <a:lstStyle/>
                    <a:p>
                      <a:r>
                        <a:rPr sz="1200" b="1" i="0">
                          <a:solidFill>
                            <a:srgbClr val="FFFFFF"/>
                          </a:solidFill>
                          <a:latin typeface="Arial"/>
                        </a:rPr>
                        <a:t>Rule on non-cash contributions</a:t>
                      </a:r>
                    </a:p>
                  </a:txBody>
                  <a:tcPr marL="73152" marR="73152" marT="45720" marB="45720" anchor="ctr">
                    <a:solidFill>
                      <a:srgbClr val="3F3533"/>
                    </a:solidFill>
                  </a:tcPr>
                </a:tc>
                <a:tc>
                  <a:txBody>
                    <a:bodyPr wrap="square"/>
                    <a:lstStyle/>
                    <a:p>
                      <a:r>
                        <a:rPr sz="1200" b="1" i="0">
                          <a:solidFill>
                            <a:srgbClr val="FFFFFF"/>
                          </a:solidFill>
                          <a:latin typeface="Arial"/>
                        </a:rPr>
                        <a:t>Approach</a:t>
                      </a:r>
                    </a:p>
                  </a:txBody>
                  <a:tcPr marL="73152" marR="73152" marT="45720" marB="45720" anchor="ctr">
                    <a:solidFill>
                      <a:srgbClr val="3F3533"/>
                    </a:solidFill>
                  </a:tcPr>
                </a:tc>
              </a:tr>
              <a:tr h="530352">
                <a:tc>
                  <a:txBody>
                    <a:bodyPr wrap="square"/>
                    <a:lstStyle/>
                    <a:p>
                      <a:r>
                        <a:rPr sz="1150" b="1" i="0">
                          <a:solidFill>
                            <a:srgbClr val="3F3533"/>
                          </a:solidFill>
                          <a:latin typeface="Arial"/>
                        </a:rPr>
                        <a:t>China</a:t>
                      </a:r>
                    </a:p>
                  </a:txBody>
                  <a:tcPr marL="73152" marR="73152" marT="45720" marB="45720" anchor="ctr">
                    <a:solidFill>
                      <a:srgbClr val="F6F7FB"/>
                    </a:solidFill>
                  </a:tcPr>
                </a:tc>
                <a:tc>
                  <a:txBody>
                    <a:bodyPr wrap="square"/>
                    <a:lstStyle/>
                    <a:p>
                      <a:r>
                        <a:rPr sz="1150" b="0" i="0">
                          <a:solidFill>
                            <a:srgbClr val="3F3533"/>
                          </a:solidFill>
                          <a:latin typeface="Arial"/>
                        </a:rPr>
                        <a:t>Mandatory valuation for every company (Art. 48); founders jointly liable for shortfalls (Art. 50)</a:t>
                      </a:r>
                    </a:p>
                  </a:txBody>
                  <a:tcPr marL="73152" marR="73152" marT="45720" marB="45720" anchor="ctr">
                    <a:solidFill>
                      <a:srgbClr val="F6F7FB"/>
                    </a:solidFill>
                  </a:tcPr>
                </a:tc>
                <a:tc>
                  <a:txBody>
                    <a:bodyPr wrap="square"/>
                    <a:lstStyle/>
                    <a:p>
                      <a:r>
                        <a:rPr sz="1150" b="0" i="0">
                          <a:solidFill>
                            <a:srgbClr val="3F3533"/>
                          </a:solidFill>
                          <a:latin typeface="Arial"/>
                        </a:rPr>
                        <a:t>Strict, ex ante</a:t>
                      </a:r>
                    </a:p>
                  </a:txBody>
                  <a:tcPr marL="73152" marR="73152" marT="45720" marB="45720" anchor="ctr">
                    <a:solidFill>
                      <a:srgbClr val="F6F7FB"/>
                    </a:solidFill>
                  </a:tcPr>
                </a:tc>
              </a:tr>
              <a:tr h="530352">
                <a:tc>
                  <a:txBody>
                    <a:bodyPr wrap="square"/>
                    <a:lstStyle/>
                    <a:p>
                      <a:r>
                        <a:rPr sz="1150" b="1" i="0">
                          <a:solidFill>
                            <a:srgbClr val="3F3533"/>
                          </a:solidFill>
                          <a:latin typeface="Arial"/>
                        </a:rPr>
                        <a:t>UK — private</a:t>
                      </a:r>
                    </a:p>
                  </a:txBody>
                  <a:tcPr marL="73152" marR="73152" marT="45720" marB="45720" anchor="ctr">
                    <a:solidFill>
                      <a:srgbClr val="FFFFFF"/>
                    </a:solidFill>
                  </a:tcPr>
                </a:tc>
                <a:tc>
                  <a:txBody>
                    <a:bodyPr wrap="square"/>
                    <a:lstStyle/>
                    <a:p>
                      <a:r>
                        <a:rPr sz="1150" b="0" i="0">
                          <a:solidFill>
                            <a:srgbClr val="3F3533"/>
                          </a:solidFill>
                          <a:latin typeface="Arial"/>
                        </a:rPr>
                        <a:t>Paid in “money or money’s worth” (CA 2006 s.582); no review of adequacy unless fraud (Re Wragg Ltd [1897])</a:t>
                      </a:r>
                    </a:p>
                  </a:txBody>
                  <a:tcPr marL="73152" marR="73152" marT="45720" marB="45720" anchor="ctr">
                    <a:solidFill>
                      <a:srgbClr val="FFFFFF"/>
                    </a:solidFill>
                  </a:tcPr>
                </a:tc>
                <a:tc>
                  <a:txBody>
                    <a:bodyPr wrap="square"/>
                    <a:lstStyle/>
                    <a:p>
                      <a:r>
                        <a:rPr sz="1150" b="0" i="0">
                          <a:solidFill>
                            <a:srgbClr val="3F3533"/>
                          </a:solidFill>
                          <a:latin typeface="Arial"/>
                        </a:rPr>
                        <a:t>Light touch</a:t>
                      </a:r>
                    </a:p>
                  </a:txBody>
                  <a:tcPr marL="73152" marR="73152" marT="45720" marB="45720" anchor="ctr">
                    <a:solidFill>
                      <a:srgbClr val="FFFFFF"/>
                    </a:solidFill>
                  </a:tcPr>
                </a:tc>
              </a:tr>
              <a:tr h="530352">
                <a:tc>
                  <a:txBody>
                    <a:bodyPr wrap="square"/>
                    <a:lstStyle/>
                    <a:p>
                      <a:r>
                        <a:rPr sz="1150" b="1" i="0">
                          <a:solidFill>
                            <a:srgbClr val="3F3533"/>
                          </a:solidFill>
                          <a:latin typeface="Arial"/>
                        </a:rPr>
                        <a:t>UK / EU — public</a:t>
                      </a:r>
                    </a:p>
                  </a:txBody>
                  <a:tcPr marL="73152" marR="73152" marT="45720" marB="45720" anchor="ctr">
                    <a:solidFill>
                      <a:srgbClr val="F6F7FB"/>
                    </a:solidFill>
                  </a:tcPr>
                </a:tc>
                <a:tc>
                  <a:txBody>
                    <a:bodyPr wrap="square"/>
                    <a:lstStyle/>
                    <a:p>
                      <a:r>
                        <a:rPr sz="1150" b="0" i="0">
                          <a:solidFill>
                            <a:srgbClr val="3F3533"/>
                          </a:solidFill>
                          <a:latin typeface="Arial"/>
                        </a:rPr>
                        <a:t>Independent expert valuation (CA 2006 s.593; Directive (EU) 2017/1132 Art. 49)</a:t>
                      </a:r>
                    </a:p>
                  </a:txBody>
                  <a:tcPr marL="73152" marR="73152" marT="45720" marB="45720" anchor="ctr">
                    <a:solidFill>
                      <a:srgbClr val="F6F7FB"/>
                    </a:solidFill>
                  </a:tcPr>
                </a:tc>
                <a:tc>
                  <a:txBody>
                    <a:bodyPr wrap="square"/>
                    <a:lstStyle/>
                    <a:p>
                      <a:r>
                        <a:rPr sz="1150" b="0" i="0">
                          <a:solidFill>
                            <a:srgbClr val="3F3533"/>
                          </a:solidFill>
                          <a:latin typeface="Arial"/>
                        </a:rPr>
                        <a:t>Strict for public firms</a:t>
                      </a:r>
                    </a:p>
                  </a:txBody>
                  <a:tcPr marL="73152" marR="73152" marT="45720" marB="45720" anchor="ctr">
                    <a:solidFill>
                      <a:srgbClr val="F6F7FB"/>
                    </a:solidFill>
                  </a:tcPr>
                </a:tc>
              </a:tr>
              <a:tr h="530352">
                <a:tc>
                  <a:txBody>
                    <a:bodyPr wrap="square"/>
                    <a:lstStyle/>
                    <a:p>
                      <a:r>
                        <a:rPr sz="1150" b="1" i="0">
                          <a:solidFill>
                            <a:srgbClr val="3F3533"/>
                          </a:solidFill>
                          <a:latin typeface="Arial"/>
                        </a:rPr>
                        <a:t>US — Delaware</a:t>
                      </a:r>
                    </a:p>
                  </a:txBody>
                  <a:tcPr marL="73152" marR="73152" marT="45720" marB="45720" anchor="ctr">
                    <a:solidFill>
                      <a:srgbClr val="FFFFFF"/>
                    </a:solidFill>
                  </a:tcPr>
                </a:tc>
                <a:tc>
                  <a:txBody>
                    <a:bodyPr wrap="square"/>
                    <a:lstStyle/>
                    <a:p>
                      <a:r>
                        <a:rPr sz="1150" b="0" i="0">
                          <a:solidFill>
                            <a:srgbClr val="3F3533"/>
                          </a:solidFill>
                          <a:latin typeface="Arial"/>
                        </a:rPr>
                        <a:t>Directors’ judgment of value is conclusive absent actual fraud (DGCL §152)</a:t>
                      </a:r>
                    </a:p>
                  </a:txBody>
                  <a:tcPr marL="73152" marR="73152" marT="45720" marB="45720" anchor="ctr">
                    <a:solidFill>
                      <a:srgbClr val="FFFFFF"/>
                    </a:solidFill>
                  </a:tcPr>
                </a:tc>
                <a:tc>
                  <a:txBody>
                    <a:bodyPr wrap="square"/>
                    <a:lstStyle/>
                    <a:p>
                      <a:r>
                        <a:rPr sz="1150" b="0" i="0">
                          <a:solidFill>
                            <a:srgbClr val="3F3533"/>
                          </a:solidFill>
                          <a:latin typeface="Arial"/>
                        </a:rPr>
                        <a:t>Board discretion</a:t>
                      </a:r>
                    </a:p>
                  </a:txBody>
                  <a:tcPr marL="73152" marR="73152" marT="45720" marB="45720" anchor="ctr">
                    <a:solidFill>
                      <a:srgbClr val="FFFFFF"/>
                    </a:solidFill>
                  </a:tcPr>
                </a:tc>
              </a:tr>
            </a:tbl>
          </a:graphicData>
        </a:graphic>
      </p:graphicFrame>
      <p:sp>
        <p:nvSpPr>
          <p:cNvPr id="4" name="Rectangle 3"/>
          <p:cNvSpPr/>
          <p:nvPr/>
        </p:nvSpPr>
        <p:spPr>
          <a:xfrm>
            <a:off x="713232" y="3886200"/>
            <a:ext cx="7717536" cy="566928"/>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3886200"/>
            <a:ext cx="7260336" cy="566928"/>
          </a:xfrm>
          <a:prstGeom prst="rect">
            <a:avLst/>
          </a:prstGeom>
          <a:noFill/>
        </p:spPr>
        <p:txBody>
          <a:bodyPr wrap="square" anchor="ctr" lIns="0" rIns="0" tIns="0" bIns="0">
            <a:spAutoFit/>
          </a:bodyPr>
          <a:lstStyle/>
          <a:p>
            <a:pPr algn="l">
              <a:spcAft>
                <a:spcPts val="400"/>
              </a:spcAft>
            </a:pPr>
            <a:r>
              <a:rPr sz="1250" b="1" i="0">
                <a:solidFill>
                  <a:srgbClr val="FFFFFF"/>
                </a:solidFill>
                <a:latin typeface="Arial"/>
              </a:rPr>
              <a:t>Back to Sanyou: </a:t>
            </a:r>
            <a:r>
              <a:rPr sz="1250" b="0" i="0">
                <a:solidFill>
                  <a:srgbClr val="FFFFFF"/>
                </a:solidFill>
                <a:latin typeface="Arial"/>
              </a:rPr>
              <a:t>in the UK or Delaware, B’s valuation would most likely stand; in China, a creditor can challenge it years later.</a:t>
            </a:r>
          </a:p>
        </p:txBody>
      </p:sp>
      <p:sp>
        <p:nvSpPr>
          <p:cNvPr id="6" name="Oval 5"/>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Ch.1 consideration (对价) in common law — the contribution is the price of the shares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02 · When Must the Money Arrive?</a:t>
            </a:r>
          </a:p>
        </p:txBody>
      </p:sp>
      <p:cxnSp>
        <p:nvCxnSpPr>
          <p:cNvPr id="3" name="Connector 2"/>
          <p:cNvCxnSpPr/>
          <p:nvPr/>
        </p:nvCxnSpPr>
        <p:spPr>
          <a:xfrm>
            <a:off x="987552" y="1600200"/>
            <a:ext cx="7168895" cy="0"/>
          </a:xfrm>
          <a:prstGeom prst="line">
            <a:avLst/>
          </a:prstGeom>
          <a:ln w="15875">
            <a:solidFill>
              <a:srgbClr val="3F3533"/>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325880"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1993</a:t>
            </a:r>
          </a:p>
        </p:txBody>
      </p:sp>
      <p:sp>
        <p:nvSpPr>
          <p:cNvPr id="6" name="Rectangle 5"/>
          <p:cNvSpPr/>
          <p:nvPr/>
        </p:nvSpPr>
        <p:spPr>
          <a:xfrm>
            <a:off x="713232"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Paid-in capital</a:t>
            </a:r>
          </a:p>
          <a:p>
            <a:pPr algn="l">
              <a:spcAft>
                <a:spcPts val="400"/>
              </a:spcAft>
            </a:pPr>
            <a:r>
              <a:rPr sz="1150" b="0" i="0">
                <a:solidFill>
                  <a:srgbClr val="3F3533"/>
                </a:solidFill>
                <a:latin typeface="Arial"/>
              </a:rPr>
              <a:t>Minimum ¥100k–500k, paid in full before registration</a:t>
            </a:r>
          </a:p>
        </p:txBody>
      </p:sp>
      <p:sp>
        <p:nvSpPr>
          <p:cNvPr id="8" name="Oval 7"/>
          <p:cNvSpPr/>
          <p:nvPr/>
        </p:nvSpPr>
        <p:spPr>
          <a:xfrm>
            <a:off x="2889504"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276856"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2005</a:t>
            </a:r>
          </a:p>
        </p:txBody>
      </p:sp>
      <p:sp>
        <p:nvSpPr>
          <p:cNvPr id="10" name="Rectangle 9"/>
          <p:cNvSpPr/>
          <p:nvPr/>
        </p:nvSpPr>
        <p:spPr>
          <a:xfrm>
            <a:off x="2276856"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368296"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Partial relief</a:t>
            </a:r>
          </a:p>
          <a:p>
            <a:pPr algn="l">
              <a:spcAft>
                <a:spcPts val="400"/>
              </a:spcAft>
            </a:pPr>
            <a:r>
              <a:rPr sz="1150" b="0" i="0">
                <a:solidFill>
                  <a:srgbClr val="3F3533"/>
                </a:solidFill>
                <a:latin typeface="Arial"/>
              </a:rPr>
              <a:t>Minimum ¥30k; 20% upfront, rest in 2 years</a:t>
            </a:r>
          </a:p>
        </p:txBody>
      </p:sp>
      <p:sp>
        <p:nvSpPr>
          <p:cNvPr id="12" name="Oval 11"/>
          <p:cNvSpPr/>
          <p:nvPr/>
        </p:nvSpPr>
        <p:spPr>
          <a:xfrm>
            <a:off x="4453128"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40480"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2013</a:t>
            </a:r>
          </a:p>
        </p:txBody>
      </p:sp>
      <p:sp>
        <p:nvSpPr>
          <p:cNvPr id="14" name="Rectangle 13"/>
          <p:cNvSpPr/>
          <p:nvPr/>
        </p:nvSpPr>
        <p:spPr>
          <a:xfrm>
            <a:off x="3840480"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931920"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Full subscription</a:t>
            </a:r>
          </a:p>
          <a:p>
            <a:pPr algn="l">
              <a:spcAft>
                <a:spcPts val="400"/>
              </a:spcAft>
            </a:pPr>
            <a:r>
              <a:rPr sz="1150" b="0" i="0">
                <a:solidFill>
                  <a:srgbClr val="3F3533"/>
                </a:solidFill>
                <a:latin typeface="Arial"/>
              </a:rPr>
              <a:t>No minimum, no deadline → “paper capital”</a:t>
            </a:r>
          </a:p>
        </p:txBody>
      </p:sp>
      <p:sp>
        <p:nvSpPr>
          <p:cNvPr id="16" name="Oval 15"/>
          <p:cNvSpPr/>
          <p:nvPr/>
        </p:nvSpPr>
        <p:spPr>
          <a:xfrm>
            <a:off x="6016752" y="1499616"/>
            <a:ext cx="201168" cy="201168"/>
          </a:xfrm>
          <a:prstGeom prst="ellipse">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4104"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2019</a:t>
            </a:r>
          </a:p>
        </p:txBody>
      </p:sp>
      <p:sp>
        <p:nvSpPr>
          <p:cNvPr id="18" name="Rectangle 17"/>
          <p:cNvSpPr/>
          <p:nvPr/>
        </p:nvSpPr>
        <p:spPr>
          <a:xfrm>
            <a:off x="5404104" y="1874519"/>
            <a:ext cx="1426464" cy="169164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95544" y="1938528"/>
            <a:ext cx="1261872" cy="1600200"/>
          </a:xfrm>
          <a:prstGeom prst="rect">
            <a:avLst/>
          </a:prstGeom>
          <a:noFill/>
        </p:spPr>
        <p:txBody>
          <a:bodyPr wrap="square" anchor="t" lIns="0" rIns="0" tIns="0" bIns="0">
            <a:spAutoFit/>
          </a:bodyPr>
          <a:lstStyle/>
          <a:p>
            <a:pPr algn="l">
              <a:spcAft>
                <a:spcPts val="400"/>
              </a:spcAft>
            </a:pPr>
            <a:r>
              <a:rPr sz="1250" b="1" i="0">
                <a:solidFill>
                  <a:srgbClr val="3F3533"/>
                </a:solidFill>
                <a:latin typeface="Arial"/>
              </a:rPr>
              <a:t>Ninth Minutes</a:t>
            </a:r>
          </a:p>
          <a:p>
            <a:pPr algn="l">
              <a:spcAft>
                <a:spcPts val="400"/>
              </a:spcAft>
            </a:pPr>
            <a:r>
              <a:rPr sz="1150" b="0" i="0">
                <a:solidFill>
                  <a:srgbClr val="3F3533"/>
                </a:solidFill>
                <a:latin typeface="Arial"/>
              </a:rPr>
              <a:t>Acceleration only in narrow exceptions</a:t>
            </a:r>
          </a:p>
        </p:txBody>
      </p:sp>
      <p:sp>
        <p:nvSpPr>
          <p:cNvPr id="20" name="Oval 19"/>
          <p:cNvSpPr/>
          <p:nvPr/>
        </p:nvSpPr>
        <p:spPr>
          <a:xfrm>
            <a:off x="7580376" y="1499616"/>
            <a:ext cx="201168" cy="201168"/>
          </a:xfrm>
          <a:prstGeom prst="ellipse">
            <a:avLst/>
          </a:prstGeom>
          <a:solidFill>
            <a:srgbClr val="3F3533"/>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67728" y="1097280"/>
            <a:ext cx="1426464" cy="320040"/>
          </a:xfrm>
          <a:prstGeom prst="rect">
            <a:avLst/>
          </a:prstGeom>
          <a:noFill/>
        </p:spPr>
        <p:txBody>
          <a:bodyPr wrap="square" anchor="t" lIns="0" rIns="0" tIns="0" bIns="0">
            <a:spAutoFit/>
          </a:bodyPr>
          <a:lstStyle/>
          <a:p>
            <a:pPr algn="ctr">
              <a:spcAft>
                <a:spcPts val="400"/>
              </a:spcAft>
            </a:pPr>
            <a:r>
              <a:rPr sz="1500" b="1" i="0">
                <a:solidFill>
                  <a:srgbClr val="3F3533"/>
                </a:solidFill>
                <a:latin typeface="Arial"/>
              </a:rPr>
              <a:t>2023</a:t>
            </a:r>
          </a:p>
        </p:txBody>
      </p:sp>
      <p:sp>
        <p:nvSpPr>
          <p:cNvPr id="22" name="Rectangle 21"/>
          <p:cNvSpPr/>
          <p:nvPr/>
        </p:nvSpPr>
        <p:spPr>
          <a:xfrm>
            <a:off x="6967728" y="1874519"/>
            <a:ext cx="1426464" cy="1691640"/>
          </a:xfrm>
          <a:prstGeom prst="rect">
            <a:avLst/>
          </a:prstGeom>
          <a:solidFill>
            <a:srgbClr val="3F3533"/>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59168" y="1938528"/>
            <a:ext cx="1261872" cy="1600200"/>
          </a:xfrm>
          <a:prstGeom prst="rect">
            <a:avLst/>
          </a:prstGeom>
          <a:noFill/>
        </p:spPr>
        <p:txBody>
          <a:bodyPr wrap="square" anchor="t" lIns="0" rIns="0" tIns="0" bIns="0">
            <a:spAutoFit/>
          </a:bodyPr>
          <a:lstStyle/>
          <a:p>
            <a:pPr algn="l">
              <a:spcAft>
                <a:spcPts val="400"/>
              </a:spcAft>
            </a:pPr>
            <a:r>
              <a:rPr sz="1250" b="1" i="0">
                <a:solidFill>
                  <a:srgbClr val="FFFFFF"/>
                </a:solidFill>
                <a:latin typeface="Arial"/>
              </a:rPr>
              <a:t>Back to real capital</a:t>
            </a:r>
          </a:p>
          <a:p>
            <a:pPr algn="l">
              <a:spcAft>
                <a:spcPts val="400"/>
              </a:spcAft>
            </a:pPr>
            <a:r>
              <a:rPr sz="1150" b="0" i="0">
                <a:solidFill>
                  <a:srgbClr val="FFFFFF"/>
                </a:solidFill>
                <a:latin typeface="Arial"/>
              </a:rPr>
              <a:t>5-year deadline, acceleration, forfeiture; adjust by June 2027</a:t>
            </a:r>
          </a:p>
        </p:txBody>
      </p:sp>
      <p:sp>
        <p:nvSpPr>
          <p:cNvPr id="24" name="TextBox 23"/>
          <p:cNvSpPr txBox="1"/>
          <p:nvPr/>
        </p:nvSpPr>
        <p:spPr>
          <a:xfrm>
            <a:off x="713232" y="3703320"/>
            <a:ext cx="7717536" cy="685800"/>
          </a:xfrm>
          <a:prstGeom prst="rect">
            <a:avLst/>
          </a:prstGeom>
          <a:noFill/>
        </p:spPr>
        <p:txBody>
          <a:bodyPr wrap="square" anchor="ctr" lIns="0" rIns="0" tIns="0" bIns="0">
            <a:spAutoFit/>
          </a:bodyPr>
          <a:lstStyle/>
          <a:p>
            <a:pPr algn="l">
              <a:spcAft>
                <a:spcPts val="400"/>
              </a:spcAft>
            </a:pPr>
            <a:r>
              <a:rPr sz="1300" b="1" i="0">
                <a:solidFill>
                  <a:srgbClr val="3F3533"/>
                </a:solidFill>
                <a:latin typeface="Arial"/>
              </a:rPr>
              <a:t>Apply to Sanyou: </a:t>
            </a:r>
            <a:r>
              <a:rPr sz="1300" b="0" i="0">
                <a:solidFill>
                  <a:srgbClr val="3F3533"/>
                </a:solidFill>
                <a:latin typeface="Arial"/>
              </a:rPr>
              <a:t>formed after 1 July 2024 → all capital due within 5 years (Art. 47). Formed earlier → deadlines must be cut to 5 years by 30 June 2027 (State Council Provisions, 2024).</a:t>
            </a:r>
          </a:p>
        </p:txBody>
      </p:sp>
      <p:sp>
        <p:nvSpPr>
          <p:cNvPr id="25" name="Oval 24"/>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Ch.6 legal capital vs authorised capital system · capital determination, maintenance and constancy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03 · The Supplier’s Legal Toolkit</a:t>
            </a:r>
          </a:p>
        </p:txBody>
      </p:sp>
      <p:sp>
        <p:nvSpPr>
          <p:cNvPr id="3" name="Rectangle 2"/>
          <p:cNvSpPr/>
          <p:nvPr/>
        </p:nvSpPr>
        <p:spPr>
          <a:xfrm>
            <a:off x="713232"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22960"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1</a:t>
            </a:r>
          </a:p>
        </p:txBody>
      </p:sp>
      <p:sp>
        <p:nvSpPr>
          <p:cNvPr id="6" name="TextBox 5"/>
          <p:cNvSpPr txBox="1"/>
          <p:nvPr/>
        </p:nvSpPr>
        <p:spPr>
          <a:xfrm>
            <a:off x="822960"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Sue Sanyou</a:t>
            </a:r>
          </a:p>
        </p:txBody>
      </p:sp>
      <p:sp>
        <p:nvSpPr>
          <p:cNvPr id="7" name="TextBox 6"/>
          <p:cNvSpPr txBox="1"/>
          <p:nvPr/>
        </p:nvSpPr>
        <p:spPr>
          <a:xfrm>
            <a:off x="822960"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Obtain a judgment</a:t>
            </a:r>
          </a:p>
        </p:txBody>
      </p:sp>
      <p:cxnSp>
        <p:nvCxnSpPr>
          <p:cNvPr id="8" name="Connector 7"/>
          <p:cNvCxnSpPr/>
          <p:nvPr/>
        </p:nvCxnSpPr>
        <p:spPr>
          <a:xfrm>
            <a:off x="2139696"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276856"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2386584"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386584"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2</a:t>
            </a:r>
          </a:p>
        </p:txBody>
      </p:sp>
      <p:sp>
        <p:nvSpPr>
          <p:cNvPr id="12" name="TextBox 11"/>
          <p:cNvSpPr txBox="1"/>
          <p:nvPr/>
        </p:nvSpPr>
        <p:spPr>
          <a:xfrm>
            <a:off x="2386584"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Enforce</a:t>
            </a:r>
          </a:p>
        </p:txBody>
      </p:sp>
      <p:sp>
        <p:nvSpPr>
          <p:cNvPr id="13" name="TextBox 12"/>
          <p:cNvSpPr txBox="1"/>
          <p:nvPr/>
        </p:nvSpPr>
        <p:spPr>
          <a:xfrm>
            <a:off x="2386584"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Company assets, incl. the patent and equipment</a:t>
            </a:r>
          </a:p>
        </p:txBody>
      </p:sp>
      <p:cxnSp>
        <p:nvCxnSpPr>
          <p:cNvPr id="14" name="Connector 13"/>
          <p:cNvCxnSpPr/>
          <p:nvPr/>
        </p:nvCxnSpPr>
        <p:spPr>
          <a:xfrm>
            <a:off x="3703320"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840480"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950208"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950208"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3</a:t>
            </a:r>
          </a:p>
        </p:txBody>
      </p:sp>
      <p:sp>
        <p:nvSpPr>
          <p:cNvPr id="18" name="TextBox 17"/>
          <p:cNvSpPr txBox="1"/>
          <p:nvPr/>
        </p:nvSpPr>
        <p:spPr>
          <a:xfrm>
            <a:off x="3950208"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Shortfall?</a:t>
            </a:r>
          </a:p>
        </p:txBody>
      </p:sp>
      <p:sp>
        <p:nvSpPr>
          <p:cNvPr id="19" name="TextBox 18"/>
          <p:cNvSpPr txBox="1"/>
          <p:nvPr/>
        </p:nvSpPr>
        <p:spPr>
          <a:xfrm>
            <a:off x="3950208"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Add unpaid shareholders in enforcement (SPC Provisions Art. 17) or sue them (Interp. III Art. 13)</a:t>
            </a:r>
          </a:p>
        </p:txBody>
      </p:sp>
      <p:cxnSp>
        <p:nvCxnSpPr>
          <p:cNvPr id="20" name="Connector 19"/>
          <p:cNvCxnSpPr/>
          <p:nvPr/>
        </p:nvCxnSpPr>
        <p:spPr>
          <a:xfrm>
            <a:off x="5266944"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404104"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513832"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513832"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4</a:t>
            </a:r>
          </a:p>
        </p:txBody>
      </p:sp>
      <p:sp>
        <p:nvSpPr>
          <p:cNvPr id="24" name="TextBox 23"/>
          <p:cNvSpPr txBox="1"/>
          <p:nvPr/>
        </p:nvSpPr>
        <p:spPr>
          <a:xfrm>
            <a:off x="5513832"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Not yet due?</a:t>
            </a:r>
          </a:p>
        </p:txBody>
      </p:sp>
      <p:sp>
        <p:nvSpPr>
          <p:cNvPr id="25" name="TextBox 24"/>
          <p:cNvSpPr txBox="1"/>
          <p:nvPr/>
        </p:nvSpPr>
        <p:spPr>
          <a:xfrm>
            <a:off x="5513832"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Demand early payment (Art. 54)</a:t>
            </a:r>
          </a:p>
        </p:txBody>
      </p:sp>
      <p:cxnSp>
        <p:nvCxnSpPr>
          <p:cNvPr id="26" name="Connector 25"/>
          <p:cNvCxnSpPr/>
          <p:nvPr/>
        </p:nvCxnSpPr>
        <p:spPr>
          <a:xfrm>
            <a:off x="6830568" y="2194560"/>
            <a:ext cx="137160" cy="0"/>
          </a:xfrm>
          <a:prstGeom prst="line">
            <a:avLst/>
          </a:prstGeom>
          <a:ln w="15875">
            <a:solidFill>
              <a:srgbClr val="3F35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967728" y="1188720"/>
            <a:ext cx="1426464" cy="2011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077456" y="1298448"/>
            <a:ext cx="365760" cy="365760"/>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077456" y="1298448"/>
            <a:ext cx="365760" cy="365760"/>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5</a:t>
            </a:r>
          </a:p>
        </p:txBody>
      </p:sp>
      <p:sp>
        <p:nvSpPr>
          <p:cNvPr id="30" name="TextBox 29"/>
          <p:cNvSpPr txBox="1"/>
          <p:nvPr/>
        </p:nvSpPr>
        <p:spPr>
          <a:xfrm>
            <a:off x="7077456" y="1737360"/>
            <a:ext cx="1243584" cy="320040"/>
          </a:xfrm>
          <a:prstGeom prst="rect">
            <a:avLst/>
          </a:prstGeom>
          <a:noFill/>
        </p:spPr>
        <p:txBody>
          <a:bodyPr wrap="square" anchor="t" lIns="0" rIns="0" tIns="0" bIns="0">
            <a:spAutoFit/>
          </a:bodyPr>
          <a:lstStyle/>
          <a:p>
            <a:pPr algn="l">
              <a:spcAft>
                <a:spcPts val="400"/>
              </a:spcAft>
            </a:pPr>
            <a:r>
              <a:rPr sz="1300" b="1" i="0">
                <a:solidFill>
                  <a:srgbClr val="3F3533"/>
                </a:solidFill>
                <a:latin typeface="Arial"/>
              </a:rPr>
              <a:t>Abuse?</a:t>
            </a:r>
          </a:p>
        </p:txBody>
      </p:sp>
      <p:sp>
        <p:nvSpPr>
          <p:cNvPr id="31" name="TextBox 30"/>
          <p:cNvSpPr txBox="1"/>
          <p:nvPr/>
        </p:nvSpPr>
        <p:spPr>
          <a:xfrm>
            <a:off x="7077456" y="2075688"/>
            <a:ext cx="1261872" cy="1097280"/>
          </a:xfrm>
          <a:prstGeom prst="rect">
            <a:avLst/>
          </a:prstGeom>
          <a:noFill/>
        </p:spPr>
        <p:txBody>
          <a:bodyPr wrap="square" anchor="t" lIns="0" rIns="0" tIns="0" bIns="0">
            <a:spAutoFit/>
          </a:bodyPr>
          <a:lstStyle/>
          <a:p>
            <a:pPr algn="l">
              <a:spcAft>
                <a:spcPts val="400"/>
              </a:spcAft>
            </a:pPr>
            <a:r>
              <a:rPr sz="1100" b="0" i="0">
                <a:solidFill>
                  <a:srgbClr val="3F3533"/>
                </a:solidFill>
                <a:latin typeface="Arial"/>
              </a:rPr>
              <a:t>Pierce the veil (Art. 23)</a:t>
            </a:r>
          </a:p>
        </p:txBody>
      </p:sp>
      <p:sp>
        <p:nvSpPr>
          <p:cNvPr id="32" name="Rectangle 31"/>
          <p:cNvSpPr/>
          <p:nvPr/>
        </p:nvSpPr>
        <p:spPr>
          <a:xfrm>
            <a:off x="713232" y="3383280"/>
            <a:ext cx="3767328" cy="100584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77824" y="3383280"/>
            <a:ext cx="3474720" cy="1005840"/>
          </a:xfrm>
          <a:prstGeom prst="rect">
            <a:avLst/>
          </a:prstGeom>
          <a:noFill/>
        </p:spPr>
        <p:txBody>
          <a:bodyPr wrap="square" anchor="ctr" lIns="0" rIns="0" tIns="0" bIns="0">
            <a:spAutoFit/>
          </a:bodyPr>
          <a:lstStyle/>
          <a:p>
            <a:pPr algn="l">
              <a:spcAft>
                <a:spcPts val="200"/>
              </a:spcAft>
            </a:pPr>
            <a:r>
              <a:rPr sz="1300" b="1" i="0">
                <a:solidFill>
                  <a:srgbClr val="FFFFFF"/>
                </a:solidFill>
                <a:latin typeface="Arial"/>
              </a:rPr>
              <a:t>No limitation defence</a:t>
            </a:r>
          </a:p>
          <a:p>
            <a:pPr algn="l">
              <a:spcAft>
                <a:spcPts val="400"/>
              </a:spcAft>
            </a:pPr>
            <a:r>
              <a:rPr sz="1150" b="0" i="0">
                <a:solidFill>
                  <a:srgbClr val="FFFFFF"/>
                </a:solidFill>
                <a:latin typeface="Arial"/>
              </a:rPr>
              <a:t>Shareholders cannot plead the limitation period against contribution claims (Interp. III Art. 19)</a:t>
            </a:r>
          </a:p>
        </p:txBody>
      </p:sp>
      <p:sp>
        <p:nvSpPr>
          <p:cNvPr id="34" name="Rectangle 33"/>
          <p:cNvSpPr/>
          <p:nvPr/>
        </p:nvSpPr>
        <p:spPr>
          <a:xfrm>
            <a:off x="4663440" y="3383280"/>
            <a:ext cx="3767328" cy="100584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828032" y="3383280"/>
            <a:ext cx="3474720" cy="1005840"/>
          </a:xfrm>
          <a:prstGeom prst="rect">
            <a:avLst/>
          </a:prstGeom>
          <a:noFill/>
        </p:spPr>
        <p:txBody>
          <a:bodyPr wrap="square" anchor="ctr" lIns="0" rIns="0" tIns="0" bIns="0">
            <a:spAutoFit/>
          </a:bodyPr>
          <a:lstStyle/>
          <a:p>
            <a:pPr algn="l">
              <a:spcAft>
                <a:spcPts val="200"/>
              </a:spcAft>
            </a:pPr>
            <a:r>
              <a:rPr sz="1300" b="1" i="0">
                <a:solidFill>
                  <a:srgbClr val="FFFFFF"/>
                </a:solidFill>
                <a:latin typeface="Arial"/>
              </a:rPr>
              <a:t>Open debate</a:t>
            </a:r>
          </a:p>
          <a:p>
            <a:pPr algn="l">
              <a:spcAft>
                <a:spcPts val="400"/>
              </a:spcAft>
            </a:pPr>
            <a:r>
              <a:rPr sz="1150" b="0" i="0">
                <a:solidFill>
                  <a:srgbClr val="FFFFFF"/>
                </a:solidFill>
                <a:latin typeface="Arial"/>
              </a:rPr>
              <a:t>Under Art. 54, does accelerated money go to the company (all creditors) or to the creditor who sued?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03 · Who Should Bear the Loss?</a:t>
            </a:r>
          </a:p>
        </p:txBody>
      </p:sp>
      <p:sp>
        <p:nvSpPr>
          <p:cNvPr id="3" name="Rectangle 2"/>
          <p:cNvSpPr/>
          <p:nvPr/>
        </p:nvSpPr>
        <p:spPr>
          <a:xfrm>
            <a:off x="713232" y="1143000"/>
            <a:ext cx="3767328" cy="182880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50392" y="1234440"/>
            <a:ext cx="3493008"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The economic logic</a:t>
            </a:r>
          </a:p>
        </p:txBody>
      </p:sp>
      <p:sp>
        <p:nvSpPr>
          <p:cNvPr id="5" name="TextBox 4"/>
          <p:cNvSpPr txBox="1"/>
          <p:nvPr/>
        </p:nvSpPr>
        <p:spPr>
          <a:xfrm>
            <a:off x="850392" y="1600200"/>
            <a:ext cx="3493008" cy="1325880"/>
          </a:xfrm>
          <a:prstGeom prst="rect">
            <a:avLst/>
          </a:prstGeom>
          <a:noFill/>
        </p:spPr>
        <p:txBody>
          <a:bodyPr wrap="square" anchor="t" lIns="0" rIns="0" tIns="0" bIns="0">
            <a:spAutoFit/>
          </a:bodyPr>
          <a:lstStyle/>
          <a:p>
            <a:pPr algn="l" marL="182880" indent="-182880">
              <a:spcAft>
                <a:spcPts val="600"/>
              </a:spcAft>
              <a:buFont typeface="Arial"/>
              <a:buChar char="•"/>
            </a:pPr>
            <a:r>
              <a:rPr sz="1200" b="0" i="0">
                <a:solidFill>
                  <a:srgbClr val="3F3533"/>
                </a:solidFill>
                <a:latin typeface="Arial"/>
              </a:rPr>
              <a:t>Encourages investment and diversification (Easterbrook &amp; Fischel, 1985)</a:t>
            </a:r>
          </a:p>
          <a:p>
            <a:pPr algn="l" marL="182880" indent="-182880">
              <a:spcAft>
                <a:spcPts val="600"/>
              </a:spcAft>
              <a:buFont typeface="Arial"/>
              <a:buChar char="•"/>
            </a:pPr>
            <a:r>
              <a:rPr sz="1200" b="0" i="0">
                <a:solidFill>
                  <a:srgbClr val="3F3533"/>
                </a:solidFill>
                <a:latin typeface="Arial"/>
              </a:rPr>
              <a:t>Fair for voluntary creditors who can bargain; hard to justify for tort victims (Hansmann &amp; Kraakman, 1991)</a:t>
            </a:r>
          </a:p>
        </p:txBody>
      </p:sp>
      <p:sp>
        <p:nvSpPr>
          <p:cNvPr id="6" name="Rectangle 5"/>
          <p:cNvSpPr/>
          <p:nvPr/>
        </p:nvSpPr>
        <p:spPr>
          <a:xfrm>
            <a:off x="4663440" y="1143000"/>
            <a:ext cx="3767328" cy="182880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234440"/>
            <a:ext cx="3493008"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What the supplier could have done</a:t>
            </a:r>
          </a:p>
        </p:txBody>
      </p:sp>
      <p:sp>
        <p:nvSpPr>
          <p:cNvPr id="8" name="TextBox 7"/>
          <p:cNvSpPr txBox="1"/>
          <p:nvPr/>
        </p:nvSpPr>
        <p:spPr>
          <a:xfrm>
            <a:off x="4800600" y="1600200"/>
            <a:ext cx="3493008" cy="1325880"/>
          </a:xfrm>
          <a:prstGeom prst="rect">
            <a:avLst/>
          </a:prstGeom>
          <a:noFill/>
        </p:spPr>
        <p:txBody>
          <a:bodyPr wrap="square" anchor="t" lIns="0" rIns="0" tIns="0" bIns="0">
            <a:spAutoFit/>
          </a:bodyPr>
          <a:lstStyle/>
          <a:p>
            <a:pPr algn="l" marL="182880" indent="-182880">
              <a:spcAft>
                <a:spcPts val="600"/>
              </a:spcAft>
              <a:buFont typeface="Arial"/>
              <a:buChar char="•"/>
            </a:pPr>
            <a:r>
              <a:rPr sz="1200" b="0" i="0">
                <a:solidFill>
                  <a:srgbClr val="3F3533"/>
                </a:solidFill>
                <a:latin typeface="Arial"/>
              </a:rPr>
              <a:t>Check each shareholder’s subscribed and paid-in capital online (Art. 40)</a:t>
            </a:r>
          </a:p>
          <a:p>
            <a:pPr algn="l" marL="182880" indent="-182880">
              <a:spcAft>
                <a:spcPts val="600"/>
              </a:spcAft>
              <a:buFont typeface="Arial"/>
              <a:buChar char="•"/>
            </a:pPr>
            <a:r>
              <a:rPr sz="1200" b="0" i="0">
                <a:solidFill>
                  <a:srgbClr val="3F3533"/>
                </a:solidFill>
                <a:latin typeface="Arial"/>
              </a:rPr>
              <a:t>Ask A, B and C for a personal guarantee</a:t>
            </a:r>
          </a:p>
          <a:p>
            <a:pPr algn="l" marL="182880" indent="-182880">
              <a:spcAft>
                <a:spcPts val="600"/>
              </a:spcAft>
              <a:buFont typeface="Arial"/>
              <a:buChar char="•"/>
            </a:pPr>
            <a:r>
              <a:rPr sz="1200" b="0" i="0">
                <a:solidFill>
                  <a:srgbClr val="3F3533"/>
                </a:solidFill>
                <a:latin typeface="Arial"/>
              </a:rPr>
              <a:t>Keep title to goods until paid (Civil Code Art. 641)</a:t>
            </a:r>
          </a:p>
        </p:txBody>
      </p:sp>
      <p:sp>
        <p:nvSpPr>
          <p:cNvPr id="9" name="Rectangle 8"/>
          <p:cNvSpPr/>
          <p:nvPr/>
        </p:nvSpPr>
        <p:spPr>
          <a:xfrm>
            <a:off x="713232" y="3154680"/>
            <a:ext cx="7717536" cy="118872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1832" y="3154680"/>
            <a:ext cx="7260336" cy="1188720"/>
          </a:xfrm>
          <a:prstGeom prst="rect">
            <a:avLst/>
          </a:prstGeom>
          <a:noFill/>
        </p:spPr>
        <p:txBody>
          <a:bodyPr wrap="square" anchor="ctr" lIns="0" rIns="0" tIns="0" bIns="0">
            <a:spAutoFit/>
          </a:bodyPr>
          <a:lstStyle/>
          <a:p>
            <a:pPr algn="l">
              <a:spcAft>
                <a:spcPts val="400"/>
              </a:spcAft>
            </a:pPr>
            <a:r>
              <a:rPr sz="1400" b="1" i="0">
                <a:solidFill>
                  <a:srgbClr val="FFFFFF"/>
                </a:solidFill>
                <a:latin typeface="Arial"/>
              </a:rPr>
              <a:t>The supplier is a voluntary creditor. </a:t>
            </a:r>
            <a:r>
              <a:rPr sz="1400" b="0" i="0">
                <a:solidFill>
                  <a:srgbClr val="FFFFFF"/>
                </a:solidFill>
                <a:latin typeface="Arial"/>
              </a:rPr>
              <a:t>The law protects creditors who protect themselves — that is why the risk can fairly sit with it.</a:t>
            </a:r>
          </a:p>
        </p:txBody>
      </p:sp>
      <p:sp>
        <p:nvSpPr>
          <p:cNvPr id="11" name="Oval 10"/>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Ch.1 functions of commercial law — speed and security of transactions · Ch.2 commercial registration and publicity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04 · When the Line Breaks</a:t>
            </a:r>
          </a:p>
        </p:txBody>
      </p:sp>
      <p:sp>
        <p:nvSpPr>
          <p:cNvPr id="3" name="Rectangle 2"/>
          <p:cNvSpPr/>
          <p:nvPr/>
        </p:nvSpPr>
        <p:spPr>
          <a:xfrm>
            <a:off x="713232" y="1143000"/>
            <a:ext cx="3108960" cy="3246120"/>
          </a:xfrm>
          <a:prstGeom prst="rect">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96112" y="1216152"/>
            <a:ext cx="2743200" cy="320040"/>
          </a:xfrm>
          <a:prstGeom prst="rect">
            <a:avLst/>
          </a:prstGeom>
          <a:noFill/>
        </p:spPr>
        <p:txBody>
          <a:bodyPr wrap="square" anchor="t" lIns="0" rIns="0" tIns="0" bIns="0">
            <a:spAutoFit/>
          </a:bodyPr>
          <a:lstStyle/>
          <a:p>
            <a:pPr algn="l">
              <a:spcAft>
                <a:spcPts val="400"/>
              </a:spcAft>
            </a:pPr>
            <a:r>
              <a:rPr sz="1300" b="1" i="0">
                <a:solidFill>
                  <a:srgbClr val="FFFFFF"/>
                </a:solidFill>
                <a:latin typeface="Arial"/>
              </a:rPr>
              <a:t>Piercing in numbers</a:t>
            </a:r>
          </a:p>
        </p:txBody>
      </p:sp>
      <p:sp>
        <p:nvSpPr>
          <p:cNvPr id="5" name="TextBox 4"/>
          <p:cNvSpPr txBox="1"/>
          <p:nvPr/>
        </p:nvSpPr>
        <p:spPr>
          <a:xfrm>
            <a:off x="896112" y="1554480"/>
            <a:ext cx="2743200" cy="594360"/>
          </a:xfrm>
          <a:prstGeom prst="rect">
            <a:avLst/>
          </a:prstGeom>
          <a:noFill/>
        </p:spPr>
        <p:txBody>
          <a:bodyPr wrap="square" anchor="t" lIns="0" rIns="0" tIns="0" bIns="0">
            <a:spAutoFit/>
          </a:bodyPr>
          <a:lstStyle/>
          <a:p>
            <a:pPr algn="l">
              <a:spcAft>
                <a:spcPts val="400"/>
              </a:spcAft>
            </a:pPr>
            <a:r>
              <a:rPr sz="3000" b="1" i="0">
                <a:solidFill>
                  <a:srgbClr val="FFFFFF"/>
                </a:solidFill>
                <a:latin typeface="Arial"/>
              </a:rPr>
              <a:t>18% → 46%</a:t>
            </a:r>
          </a:p>
        </p:txBody>
      </p:sp>
      <p:sp>
        <p:nvSpPr>
          <p:cNvPr id="6" name="TextBox 5"/>
          <p:cNvSpPr txBox="1"/>
          <p:nvPr/>
        </p:nvSpPr>
        <p:spPr>
          <a:xfrm>
            <a:off x="896112" y="2148840"/>
            <a:ext cx="2743200" cy="685800"/>
          </a:xfrm>
          <a:prstGeom prst="rect">
            <a:avLst/>
          </a:prstGeom>
          <a:noFill/>
        </p:spPr>
        <p:txBody>
          <a:bodyPr wrap="square" anchor="t" lIns="0" rIns="0" tIns="0" bIns="0">
            <a:spAutoFit/>
          </a:bodyPr>
          <a:lstStyle/>
          <a:p>
            <a:pPr algn="l">
              <a:spcAft>
                <a:spcPts val="400"/>
              </a:spcAft>
            </a:pPr>
            <a:r>
              <a:rPr sz="1100" b="0" i="0">
                <a:solidFill>
                  <a:srgbClr val="FFFFFF"/>
                </a:solidFill>
                <a:latin typeface="Arial"/>
              </a:rPr>
              <a:t>Sister-company piercing at first instance, before vs after the 2023 revision (Cheng, 2025)</a:t>
            </a:r>
          </a:p>
        </p:txBody>
      </p:sp>
      <p:sp>
        <p:nvSpPr>
          <p:cNvPr id="7" name="TextBox 6"/>
          <p:cNvSpPr txBox="1"/>
          <p:nvPr/>
        </p:nvSpPr>
        <p:spPr>
          <a:xfrm>
            <a:off x="896112" y="2880360"/>
            <a:ext cx="2743200" cy="1463040"/>
          </a:xfrm>
          <a:prstGeom prst="rect">
            <a:avLst/>
          </a:prstGeom>
          <a:noFill/>
        </p:spPr>
        <p:txBody>
          <a:bodyPr wrap="square" anchor="t" lIns="0" rIns="0" tIns="0" bIns="0">
            <a:spAutoFit/>
          </a:bodyPr>
          <a:lstStyle/>
          <a:p>
            <a:pPr algn="l">
              <a:spcAft>
                <a:spcPts val="500"/>
              </a:spcAft>
            </a:pPr>
            <a:r>
              <a:rPr sz="1100" b="0" i="0">
                <a:solidFill>
                  <a:srgbClr val="FFFFFF"/>
                </a:solidFill>
                <a:latin typeface="Arial"/>
              </a:rPr>
              <a:t>China pierces more often than the West, especially small closely held firms (Huang Hui)</a:t>
            </a:r>
          </a:p>
          <a:p>
            <a:pPr algn="l">
              <a:spcAft>
                <a:spcPts val="400"/>
              </a:spcAft>
            </a:pPr>
            <a:r>
              <a:rPr sz="1100" b="0" i="0">
                <a:solidFill>
                  <a:srgbClr val="FFFFFF"/>
                </a:solidFill>
                <a:latin typeface="Arial"/>
              </a:rPr>
              <a:t>UK: only to stop evasion, as a last resort (Prest v Petrodel [2013] UKSC 34)</a:t>
            </a:r>
          </a:p>
        </p:txBody>
      </p:sp>
      <p:sp>
        <p:nvSpPr>
          <p:cNvPr id="8" name="TextBox 7"/>
          <p:cNvSpPr txBox="1"/>
          <p:nvPr/>
        </p:nvSpPr>
        <p:spPr>
          <a:xfrm>
            <a:off x="4005072" y="1115568"/>
            <a:ext cx="4425696"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Three twists that would change Sanyou’s result</a:t>
            </a:r>
          </a:p>
        </p:txBody>
      </p:sp>
      <p:sp>
        <p:nvSpPr>
          <p:cNvPr id="9" name="Rectangle 8"/>
          <p:cNvSpPr/>
          <p:nvPr/>
        </p:nvSpPr>
        <p:spPr>
          <a:xfrm>
            <a:off x="4005072" y="1481328"/>
            <a:ext cx="442569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142232" y="1709928"/>
            <a:ext cx="384048" cy="38404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142232" y="1709928"/>
            <a:ext cx="384048" cy="384048"/>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1</a:t>
            </a:r>
          </a:p>
        </p:txBody>
      </p:sp>
      <p:sp>
        <p:nvSpPr>
          <p:cNvPr id="12" name="TextBox 11"/>
          <p:cNvSpPr txBox="1"/>
          <p:nvPr/>
        </p:nvSpPr>
        <p:spPr>
          <a:xfrm>
            <a:off x="4645152" y="1481328"/>
            <a:ext cx="3703320" cy="86868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A buys out B and C</a:t>
            </a:r>
          </a:p>
          <a:p>
            <a:pPr algn="l">
              <a:spcAft>
                <a:spcPts val="400"/>
              </a:spcAft>
            </a:pPr>
            <a:r>
              <a:rPr sz="1150" b="0" i="0">
                <a:solidFill>
                  <a:srgbClr val="3F3533"/>
                </a:solidFill>
                <a:latin typeface="Arial"/>
              </a:rPr>
              <a:t>One-shareholder company → A must prove separate assets (Art. 23(3))</a:t>
            </a:r>
          </a:p>
        </p:txBody>
      </p:sp>
      <p:sp>
        <p:nvSpPr>
          <p:cNvPr id="13" name="Rectangle 12"/>
          <p:cNvSpPr/>
          <p:nvPr/>
        </p:nvSpPr>
        <p:spPr>
          <a:xfrm>
            <a:off x="4005072" y="2468880"/>
            <a:ext cx="442569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42232" y="2697480"/>
            <a:ext cx="384048" cy="38404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42232" y="2697480"/>
            <a:ext cx="384048" cy="384048"/>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2</a:t>
            </a:r>
          </a:p>
        </p:txBody>
      </p:sp>
      <p:sp>
        <p:nvSpPr>
          <p:cNvPr id="16" name="TextBox 15"/>
          <p:cNvSpPr txBox="1"/>
          <p:nvPr/>
        </p:nvSpPr>
        <p:spPr>
          <a:xfrm>
            <a:off x="4645152" y="2468880"/>
            <a:ext cx="3703320" cy="86868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Sanyou pays A’s personal bills</a:t>
            </a:r>
          </a:p>
          <a:p>
            <a:pPr algn="l">
              <a:spcAft>
                <a:spcPts val="400"/>
              </a:spcAft>
            </a:pPr>
            <a:r>
              <a:rPr sz="1150" b="0" i="0">
                <a:solidFill>
                  <a:srgbClr val="3F3533"/>
                </a:solidFill>
                <a:latin typeface="Arial"/>
              </a:rPr>
              <a:t>Commingling of assets → joint liability (Art. 23(1))</a:t>
            </a:r>
          </a:p>
        </p:txBody>
      </p:sp>
      <p:sp>
        <p:nvSpPr>
          <p:cNvPr id="17" name="Rectangle 16"/>
          <p:cNvSpPr/>
          <p:nvPr/>
        </p:nvSpPr>
        <p:spPr>
          <a:xfrm>
            <a:off x="4005072" y="3456432"/>
            <a:ext cx="4425696" cy="868680"/>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142232" y="3685032"/>
            <a:ext cx="384048" cy="38404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142232" y="3685032"/>
            <a:ext cx="384048" cy="384048"/>
          </a:xfrm>
          <a:prstGeom prst="rect">
            <a:avLst/>
          </a:prstGeom>
          <a:noFill/>
        </p:spPr>
        <p:txBody>
          <a:bodyPr wrap="square" anchor="ctr" lIns="0" rIns="0" tIns="0" bIns="0">
            <a:spAutoFit/>
          </a:bodyPr>
          <a:lstStyle/>
          <a:p>
            <a:pPr algn="ctr">
              <a:spcAft>
                <a:spcPts val="400"/>
              </a:spcAft>
            </a:pPr>
            <a:r>
              <a:rPr sz="1200" b="1" i="0">
                <a:solidFill>
                  <a:srgbClr val="FFFFFF"/>
                </a:solidFill>
                <a:latin typeface="Arial"/>
              </a:rPr>
              <a:t>3</a:t>
            </a:r>
          </a:p>
        </p:txBody>
      </p:sp>
      <p:sp>
        <p:nvSpPr>
          <p:cNvPr id="20" name="TextBox 19"/>
          <p:cNvSpPr txBox="1"/>
          <p:nvPr/>
        </p:nvSpPr>
        <p:spPr>
          <a:xfrm>
            <a:off x="4645152" y="3456432"/>
            <a:ext cx="3703320" cy="868680"/>
          </a:xfrm>
          <a:prstGeom prst="rect">
            <a:avLst/>
          </a:prstGeom>
          <a:noFill/>
        </p:spPr>
        <p:txBody>
          <a:bodyPr wrap="square" anchor="ctr" lIns="0" rIns="0" tIns="0" bIns="0">
            <a:spAutoFit/>
          </a:bodyPr>
          <a:lstStyle/>
          <a:p>
            <a:pPr algn="l">
              <a:spcAft>
                <a:spcPts val="200"/>
              </a:spcAft>
            </a:pPr>
            <a:r>
              <a:rPr sz="1250" b="1" i="0">
                <a:solidFill>
                  <a:srgbClr val="3F3533"/>
                </a:solidFill>
                <a:latin typeface="Arial"/>
              </a:rPr>
              <a:t>A’s other company takes Sanyou’s business</a:t>
            </a:r>
          </a:p>
          <a:p>
            <a:pPr algn="l">
              <a:spcAft>
                <a:spcPts val="400"/>
              </a:spcAft>
            </a:pPr>
            <a:r>
              <a:rPr sz="1150" b="0" i="0">
                <a:solidFill>
                  <a:srgbClr val="3F3533"/>
                </a:solidFill>
                <a:latin typeface="Arial"/>
              </a:rPr>
              <a:t>Horizontal piercing between sister companies (Art. 23(2))</a:t>
            </a:r>
          </a:p>
        </p:txBody>
      </p:sp>
      <p:sp>
        <p:nvSpPr>
          <p:cNvPr id="21" name="Oval 20"/>
          <p:cNvSpPr/>
          <p:nvPr/>
        </p:nvSpPr>
        <p:spPr>
          <a:xfrm>
            <a:off x="713232" y="4553712"/>
            <a:ext cx="201168" cy="201168"/>
          </a:xfrm>
          <a:prstGeom prst="ellipse">
            <a:avLst/>
          </a:prstGeom>
          <a:solidFill>
            <a:srgbClr val="3F35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87552" y="4526280"/>
            <a:ext cx="7443215" cy="256032"/>
          </a:xfrm>
          <a:prstGeom prst="rect">
            <a:avLst/>
          </a:prstGeom>
          <a:noFill/>
        </p:spPr>
        <p:txBody>
          <a:bodyPr wrap="square" anchor="ctr" lIns="0" rIns="0" tIns="0" bIns="0">
            <a:spAutoFit/>
          </a:bodyPr>
          <a:lstStyle/>
          <a:p>
            <a:pPr algn="l">
              <a:spcAft>
                <a:spcPts val="400"/>
              </a:spcAft>
            </a:pPr>
            <a:r>
              <a:rPr sz="1000" b="1" i="0">
                <a:solidFill>
                  <a:srgbClr val="5E5755"/>
                </a:solidFill>
                <a:latin typeface="Arial"/>
              </a:rPr>
              <a:t>Class notes: </a:t>
            </a:r>
            <a:r>
              <a:rPr sz="1000" b="0" i="0">
                <a:solidFill>
                  <a:srgbClr val="5E5755"/>
                </a:solidFill>
                <a:latin typeface="Arial"/>
              </a:rPr>
              <a:t>Ch.4 piercing the corporate veil — subject, conduct and result requirements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 to Sanyou: Our Answer</a:t>
            </a:r>
          </a:p>
        </p:txBody>
      </p:sp>
      <p:sp>
        <p:nvSpPr>
          <p:cNvPr id="3" name="Rectangle 2"/>
          <p:cNvSpPr/>
          <p:nvPr/>
        </p:nvSpPr>
        <p:spPr>
          <a:xfrm>
            <a:off x="713232" y="1143000"/>
            <a:ext cx="3931920" cy="694944"/>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50392" y="1143000"/>
            <a:ext cx="320040" cy="694944"/>
          </a:xfrm>
          <a:prstGeom prst="rect">
            <a:avLst/>
          </a:prstGeom>
          <a:noFill/>
        </p:spPr>
        <p:txBody>
          <a:bodyPr wrap="square" anchor="ctr" lIns="0" rIns="0" tIns="0" bIns="0">
            <a:spAutoFit/>
          </a:bodyPr>
          <a:lstStyle/>
          <a:p>
            <a:pPr algn="l">
              <a:spcAft>
                <a:spcPts val="400"/>
              </a:spcAft>
            </a:pPr>
            <a:r>
              <a:rPr sz="1800" b="1" i="0">
                <a:solidFill>
                  <a:srgbClr val="3F3533"/>
                </a:solidFill>
                <a:latin typeface="Arial"/>
              </a:rPr>
              <a:t>1</a:t>
            </a:r>
          </a:p>
        </p:txBody>
      </p:sp>
      <p:sp>
        <p:nvSpPr>
          <p:cNvPr id="5" name="TextBox 4"/>
          <p:cNvSpPr txBox="1"/>
          <p:nvPr/>
        </p:nvSpPr>
        <p:spPr>
          <a:xfrm>
            <a:off x="1216152" y="1143000"/>
            <a:ext cx="2377440" cy="694944"/>
          </a:xfrm>
          <a:prstGeom prst="rect">
            <a:avLst/>
          </a:prstGeom>
          <a:noFill/>
        </p:spPr>
        <p:txBody>
          <a:bodyPr wrap="square" anchor="ctr" lIns="0" rIns="0" tIns="0" bIns="0">
            <a:spAutoFit/>
          </a:bodyPr>
          <a:lstStyle/>
          <a:p>
            <a:pPr algn="l">
              <a:spcAft>
                <a:spcPts val="400"/>
              </a:spcAft>
            </a:pPr>
            <a:r>
              <a:rPr sz="1200" b="1" i="0">
                <a:solidFill>
                  <a:srgbClr val="3F3533"/>
                </a:solidFill>
                <a:latin typeface="Arial"/>
              </a:rPr>
              <a:t>Company’s entire assets</a:t>
            </a:r>
          </a:p>
        </p:txBody>
      </p:sp>
      <p:sp>
        <p:nvSpPr>
          <p:cNvPr id="6" name="TextBox 5"/>
          <p:cNvSpPr txBox="1"/>
          <p:nvPr/>
        </p:nvSpPr>
        <p:spPr>
          <a:xfrm>
            <a:off x="3685032" y="1143000"/>
            <a:ext cx="868680" cy="694944"/>
          </a:xfrm>
          <a:prstGeom prst="rect">
            <a:avLst/>
          </a:prstGeom>
          <a:noFill/>
        </p:spPr>
        <p:txBody>
          <a:bodyPr wrap="square" anchor="ctr" lIns="0" rIns="0" tIns="0" bIns="0">
            <a:spAutoFit/>
          </a:bodyPr>
          <a:lstStyle/>
          <a:p>
            <a:pPr algn="r">
              <a:spcAft>
                <a:spcPts val="400"/>
              </a:spcAft>
            </a:pPr>
            <a:r>
              <a:rPr sz="1100" b="1" i="1">
                <a:solidFill>
                  <a:srgbClr val="3F3533"/>
                </a:solidFill>
                <a:latin typeface="Arial"/>
              </a:rPr>
              <a:t>always first</a:t>
            </a:r>
          </a:p>
        </p:txBody>
      </p:sp>
      <p:sp>
        <p:nvSpPr>
          <p:cNvPr id="7" name="Rectangle 6"/>
          <p:cNvSpPr/>
          <p:nvPr/>
        </p:nvSpPr>
        <p:spPr>
          <a:xfrm>
            <a:off x="896112" y="1965960"/>
            <a:ext cx="3749039" cy="694944"/>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33271" y="1965960"/>
            <a:ext cx="320040" cy="694944"/>
          </a:xfrm>
          <a:prstGeom prst="rect">
            <a:avLst/>
          </a:prstGeom>
          <a:noFill/>
        </p:spPr>
        <p:txBody>
          <a:bodyPr wrap="square" anchor="ctr" lIns="0" rIns="0" tIns="0" bIns="0">
            <a:spAutoFit/>
          </a:bodyPr>
          <a:lstStyle/>
          <a:p>
            <a:pPr algn="l">
              <a:spcAft>
                <a:spcPts val="400"/>
              </a:spcAft>
            </a:pPr>
            <a:r>
              <a:rPr sz="1800" b="1" i="0">
                <a:solidFill>
                  <a:srgbClr val="3F3533"/>
                </a:solidFill>
                <a:latin typeface="Arial"/>
              </a:rPr>
              <a:t>2</a:t>
            </a:r>
          </a:p>
        </p:txBody>
      </p:sp>
      <p:sp>
        <p:nvSpPr>
          <p:cNvPr id="9" name="TextBox 8"/>
          <p:cNvSpPr txBox="1"/>
          <p:nvPr/>
        </p:nvSpPr>
        <p:spPr>
          <a:xfrm>
            <a:off x="1399032" y="1965960"/>
            <a:ext cx="2377440" cy="694944"/>
          </a:xfrm>
          <a:prstGeom prst="rect">
            <a:avLst/>
          </a:prstGeom>
          <a:noFill/>
        </p:spPr>
        <p:txBody>
          <a:bodyPr wrap="square" anchor="ctr" lIns="0" rIns="0" tIns="0" bIns="0">
            <a:spAutoFit/>
          </a:bodyPr>
          <a:lstStyle/>
          <a:p>
            <a:pPr algn="l">
              <a:spcAft>
                <a:spcPts val="400"/>
              </a:spcAft>
            </a:pPr>
            <a:r>
              <a:rPr sz="1200" b="1" i="0">
                <a:solidFill>
                  <a:srgbClr val="3F3533"/>
                </a:solidFill>
                <a:latin typeface="Arial"/>
              </a:rPr>
              <a:t>Shareholder who has not fully paid</a:t>
            </a:r>
          </a:p>
        </p:txBody>
      </p:sp>
      <p:sp>
        <p:nvSpPr>
          <p:cNvPr id="10" name="TextBox 9"/>
          <p:cNvSpPr txBox="1"/>
          <p:nvPr/>
        </p:nvSpPr>
        <p:spPr>
          <a:xfrm>
            <a:off x="3685032" y="1965960"/>
            <a:ext cx="868680" cy="694944"/>
          </a:xfrm>
          <a:prstGeom prst="rect">
            <a:avLst/>
          </a:prstGeom>
          <a:noFill/>
        </p:spPr>
        <p:txBody>
          <a:bodyPr wrap="square" anchor="ctr" lIns="0" rIns="0" tIns="0" bIns="0">
            <a:spAutoFit/>
          </a:bodyPr>
          <a:lstStyle/>
          <a:p>
            <a:pPr algn="r">
              <a:spcAft>
                <a:spcPts val="400"/>
              </a:spcAft>
            </a:pPr>
            <a:r>
              <a:rPr sz="1100" b="1" i="1">
                <a:solidFill>
                  <a:srgbClr val="3F3533"/>
                </a:solidFill>
                <a:latin typeface="Arial"/>
              </a:rPr>
              <a:t>capped</a:t>
            </a:r>
          </a:p>
        </p:txBody>
      </p:sp>
      <p:sp>
        <p:nvSpPr>
          <p:cNvPr id="11" name="Rectangle 10"/>
          <p:cNvSpPr/>
          <p:nvPr/>
        </p:nvSpPr>
        <p:spPr>
          <a:xfrm>
            <a:off x="1078992" y="2788920"/>
            <a:ext cx="3566160" cy="694944"/>
          </a:xfrm>
          <a:prstGeom prst="rect">
            <a:avLst/>
          </a:prstGeom>
          <a:solidFill>
            <a:srgbClr val="F6F7FB"/>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16152" y="2788920"/>
            <a:ext cx="320040" cy="694944"/>
          </a:xfrm>
          <a:prstGeom prst="rect">
            <a:avLst/>
          </a:prstGeom>
          <a:noFill/>
        </p:spPr>
        <p:txBody>
          <a:bodyPr wrap="square" anchor="ctr" lIns="0" rIns="0" tIns="0" bIns="0">
            <a:spAutoFit/>
          </a:bodyPr>
          <a:lstStyle/>
          <a:p>
            <a:pPr algn="l">
              <a:spcAft>
                <a:spcPts val="400"/>
              </a:spcAft>
            </a:pPr>
            <a:r>
              <a:rPr sz="1800" b="1" i="0">
                <a:solidFill>
                  <a:srgbClr val="3F3533"/>
                </a:solidFill>
                <a:latin typeface="Arial"/>
              </a:rPr>
              <a:t>3</a:t>
            </a:r>
          </a:p>
        </p:txBody>
      </p:sp>
      <p:sp>
        <p:nvSpPr>
          <p:cNvPr id="13" name="TextBox 12"/>
          <p:cNvSpPr txBox="1"/>
          <p:nvPr/>
        </p:nvSpPr>
        <p:spPr>
          <a:xfrm>
            <a:off x="1581912" y="2788920"/>
            <a:ext cx="2377440" cy="694944"/>
          </a:xfrm>
          <a:prstGeom prst="rect">
            <a:avLst/>
          </a:prstGeom>
          <a:noFill/>
        </p:spPr>
        <p:txBody>
          <a:bodyPr wrap="square" anchor="ctr" lIns="0" rIns="0" tIns="0" bIns="0">
            <a:spAutoFit/>
          </a:bodyPr>
          <a:lstStyle/>
          <a:p>
            <a:pPr algn="l">
              <a:spcAft>
                <a:spcPts val="400"/>
              </a:spcAft>
            </a:pPr>
            <a:r>
              <a:rPr sz="1200" b="1" i="0">
                <a:solidFill>
                  <a:srgbClr val="3F3533"/>
                </a:solidFill>
                <a:latin typeface="Arial"/>
              </a:rPr>
              <a:t>Other founders (Art. 50)</a:t>
            </a:r>
          </a:p>
        </p:txBody>
      </p:sp>
      <p:sp>
        <p:nvSpPr>
          <p:cNvPr id="14" name="TextBox 13"/>
          <p:cNvSpPr txBox="1"/>
          <p:nvPr/>
        </p:nvSpPr>
        <p:spPr>
          <a:xfrm>
            <a:off x="3685032" y="2788920"/>
            <a:ext cx="868680" cy="694944"/>
          </a:xfrm>
          <a:prstGeom prst="rect">
            <a:avLst/>
          </a:prstGeom>
          <a:noFill/>
        </p:spPr>
        <p:txBody>
          <a:bodyPr wrap="square" anchor="ctr" lIns="0" rIns="0" tIns="0" bIns="0">
            <a:spAutoFit/>
          </a:bodyPr>
          <a:lstStyle/>
          <a:p>
            <a:pPr algn="r">
              <a:spcAft>
                <a:spcPts val="400"/>
              </a:spcAft>
            </a:pPr>
            <a:r>
              <a:rPr sz="1100" b="1" i="1">
                <a:solidFill>
                  <a:srgbClr val="3F3533"/>
                </a:solidFill>
                <a:latin typeface="Arial"/>
              </a:rPr>
              <a:t>capped</a:t>
            </a:r>
          </a:p>
        </p:txBody>
      </p:sp>
      <p:sp>
        <p:nvSpPr>
          <p:cNvPr id="15" name="Rectangle 14"/>
          <p:cNvSpPr/>
          <p:nvPr/>
        </p:nvSpPr>
        <p:spPr>
          <a:xfrm>
            <a:off x="1261872" y="3611880"/>
            <a:ext cx="3383279" cy="694944"/>
          </a:xfrm>
          <a:prstGeom prst="rect">
            <a:avLst/>
          </a:prstGeom>
          <a:solidFill>
            <a:srgbClr val="3F3533"/>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99032" y="3611880"/>
            <a:ext cx="320040" cy="694944"/>
          </a:xfrm>
          <a:prstGeom prst="rect">
            <a:avLst/>
          </a:prstGeom>
          <a:noFill/>
        </p:spPr>
        <p:txBody>
          <a:bodyPr wrap="square" anchor="ctr" lIns="0" rIns="0" tIns="0" bIns="0">
            <a:spAutoFit/>
          </a:bodyPr>
          <a:lstStyle/>
          <a:p>
            <a:pPr algn="l">
              <a:spcAft>
                <a:spcPts val="400"/>
              </a:spcAft>
            </a:pPr>
            <a:r>
              <a:rPr sz="1800" b="1" i="0">
                <a:solidFill>
                  <a:srgbClr val="FFFFFF"/>
                </a:solidFill>
                <a:latin typeface="Arial"/>
              </a:rPr>
              <a:t>4</a:t>
            </a:r>
          </a:p>
        </p:txBody>
      </p:sp>
      <p:sp>
        <p:nvSpPr>
          <p:cNvPr id="17" name="TextBox 16"/>
          <p:cNvSpPr txBox="1"/>
          <p:nvPr/>
        </p:nvSpPr>
        <p:spPr>
          <a:xfrm>
            <a:off x="1764792" y="3611880"/>
            <a:ext cx="2377440" cy="694944"/>
          </a:xfrm>
          <a:prstGeom prst="rect">
            <a:avLst/>
          </a:prstGeom>
          <a:noFill/>
        </p:spPr>
        <p:txBody>
          <a:bodyPr wrap="square" anchor="ctr" lIns="0" rIns="0" tIns="0" bIns="0">
            <a:spAutoFit/>
          </a:bodyPr>
          <a:lstStyle/>
          <a:p>
            <a:pPr algn="l">
              <a:spcAft>
                <a:spcPts val="400"/>
              </a:spcAft>
            </a:pPr>
            <a:r>
              <a:rPr sz="1200" b="1" i="0">
                <a:solidFill>
                  <a:srgbClr val="FFFFFF"/>
                </a:solidFill>
                <a:latin typeface="Arial"/>
              </a:rPr>
              <a:t>Abusive shareholder</a:t>
            </a:r>
          </a:p>
        </p:txBody>
      </p:sp>
      <p:sp>
        <p:nvSpPr>
          <p:cNvPr id="18" name="TextBox 17"/>
          <p:cNvSpPr txBox="1"/>
          <p:nvPr/>
        </p:nvSpPr>
        <p:spPr>
          <a:xfrm>
            <a:off x="3685032" y="3611880"/>
            <a:ext cx="868680" cy="694944"/>
          </a:xfrm>
          <a:prstGeom prst="rect">
            <a:avLst/>
          </a:prstGeom>
          <a:noFill/>
        </p:spPr>
        <p:txBody>
          <a:bodyPr wrap="square" anchor="ctr" lIns="0" rIns="0" tIns="0" bIns="0">
            <a:spAutoFit/>
          </a:bodyPr>
          <a:lstStyle/>
          <a:p>
            <a:pPr algn="r">
              <a:spcAft>
                <a:spcPts val="400"/>
              </a:spcAft>
            </a:pPr>
            <a:r>
              <a:rPr sz="1100" b="1" i="1">
                <a:solidFill>
                  <a:srgbClr val="FFFFFF"/>
                </a:solidFill>
                <a:latin typeface="Arial"/>
              </a:rPr>
              <a:t>uncapped</a:t>
            </a:r>
          </a:p>
        </p:txBody>
      </p:sp>
      <p:sp>
        <p:nvSpPr>
          <p:cNvPr id="19" name="Rectangle 18"/>
          <p:cNvSpPr/>
          <p:nvPr/>
        </p:nvSpPr>
        <p:spPr>
          <a:xfrm>
            <a:off x="4873752" y="1143000"/>
            <a:ext cx="3557016" cy="3255264"/>
          </a:xfrm>
          <a:prstGeom prst="rect">
            <a:avLst/>
          </a:prstGeom>
          <a:solidFill>
            <a:srgbClr val="FFFFFF"/>
          </a:solidFill>
          <a:ln w="9525">
            <a:solidFill>
              <a:srgbClr val="3F35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56632" y="1234440"/>
            <a:ext cx="3200400" cy="3108960"/>
          </a:xfrm>
          <a:prstGeom prst="rect">
            <a:avLst/>
          </a:prstGeom>
          <a:noFill/>
        </p:spPr>
        <p:txBody>
          <a:bodyPr wrap="square" anchor="t" lIns="0" rIns="0" tIns="0" bIns="0">
            <a:spAutoFit/>
          </a:bodyPr>
          <a:lstStyle/>
          <a:p>
            <a:pPr algn="l">
              <a:spcAft>
                <a:spcPts val="800"/>
              </a:spcAft>
            </a:pPr>
            <a:r>
              <a:rPr sz="1300" b="1" i="0">
                <a:solidFill>
                  <a:srgbClr val="3F3533"/>
                </a:solidFill>
                <a:latin typeface="Arial"/>
              </a:rPr>
              <a:t>The supplier bears the loss only if Sanyou’s capital is real and the company is truly separate:</a:t>
            </a:r>
          </a:p>
          <a:p>
            <a:pPr algn="l" marL="182880" indent="-182880">
              <a:spcAft>
                <a:spcPts val="600"/>
              </a:spcAft>
              <a:buFont typeface="Arial"/>
              <a:buChar char="•"/>
            </a:pPr>
            <a:r>
              <a:rPr sz="1400" b="0" i="0">
                <a:solidFill>
                  <a:srgbClr val="3F3533"/>
                </a:solidFill>
                <a:latin typeface="Arial"/>
              </a:rPr>
              <a:t>fairly valued (01)</a:t>
            </a:r>
          </a:p>
          <a:p>
            <a:pPr algn="l" marL="182880" indent="-182880">
              <a:spcAft>
                <a:spcPts val="600"/>
              </a:spcAft>
              <a:buFont typeface="Arial"/>
              <a:buChar char="•"/>
            </a:pPr>
            <a:r>
              <a:rPr sz="1400" b="0" i="0">
                <a:solidFill>
                  <a:srgbClr val="3F3533"/>
                </a:solidFill>
                <a:latin typeface="Arial"/>
              </a:rPr>
              <a:t>actually transferred and paid on time (02)</a:t>
            </a:r>
          </a:p>
          <a:p>
            <a:pPr algn="l" marL="182880" indent="-182880">
              <a:spcAft>
                <a:spcPts val="600"/>
              </a:spcAft>
              <a:buFont typeface="Arial"/>
              <a:buChar char="•"/>
            </a:pPr>
            <a:r>
              <a:rPr sz="1400" b="0" i="0">
                <a:solidFill>
                  <a:srgbClr val="3F3533"/>
                </a:solidFill>
                <a:latin typeface="Arial"/>
              </a:rPr>
              <a:t>the creditor could protect itself (03)</a:t>
            </a:r>
          </a:p>
          <a:p>
            <a:pPr algn="l" marL="182880" indent="-182880">
              <a:spcAft>
                <a:spcPts val="800"/>
              </a:spcAft>
              <a:buFont typeface="Arial"/>
              <a:buChar char="•"/>
            </a:pPr>
            <a:r>
              <a:rPr sz="1400" b="0" i="0">
                <a:solidFill>
                  <a:srgbClr val="3F3533"/>
                </a:solidFill>
                <a:latin typeface="Arial"/>
              </a:rPr>
              <a:t>no abuse of the company (04)</a:t>
            </a:r>
          </a:p>
          <a:p>
            <a:pPr algn="l">
              <a:spcAft>
                <a:spcPts val="600"/>
              </a:spcAft>
            </a:pPr>
            <a:r>
              <a:rPr sz="1400" b="0" i="1">
                <a:solidFill>
                  <a:srgbClr val="3F3533"/>
                </a:solidFill>
                <a:latin typeface="Arial"/>
              </a:rPr>
              <a:t>Otherwise the line moves toward A, B and 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r>
              <a:rPr sz="3600"/>
              <a:t>Limited liability is a privilege, not a shield for abuse.</a:t>
            </a:r>
          </a:p>
        </p:txBody>
      </p:sp>
      <p:sp>
        <p:nvSpPr>
          <p:cNvPr id="3" name="TextBox 2"/>
          <p:cNvSpPr txBox="1"/>
          <p:nvPr/>
        </p:nvSpPr>
        <p:spPr>
          <a:xfrm>
            <a:off x="1124712" y="3977639"/>
            <a:ext cx="6894576" cy="457200"/>
          </a:xfrm>
          <a:prstGeom prst="rect">
            <a:avLst/>
          </a:prstGeom>
          <a:noFill/>
        </p:spPr>
        <p:txBody>
          <a:bodyPr wrap="square" anchor="t" lIns="0" rIns="0" tIns="0" bIns="0">
            <a:spAutoFit/>
          </a:bodyPr>
          <a:lstStyle/>
          <a:p>
            <a:pPr algn="ctr">
              <a:spcAft>
                <a:spcPts val="400"/>
              </a:spcAft>
            </a:pPr>
            <a:r>
              <a:rPr sz="1400" b="0" i="1">
                <a:solidFill>
                  <a:srgbClr val="5E5755"/>
                </a:solidFill>
                <a:latin typeface="Arial"/>
              </a:rPr>
              <a:t>It holds only as long as the capital is real and the company is truly separate.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Contributions</a:t>
            </a:r>
          </a:p>
        </p:txBody>
      </p:sp>
      <p:graphicFrame>
        <p:nvGraphicFramePr>
          <p:cNvPr id="3" name="Table 2"/>
          <p:cNvGraphicFramePr>
            <a:graphicFrameLocks noGrp="1"/>
          </p:cNvGraphicFramePr>
          <p:nvPr/>
        </p:nvGraphicFramePr>
        <p:xfrm>
          <a:off x="713232" y="1234440"/>
          <a:ext cx="7717536" cy="2743200"/>
        </p:xfrm>
        <a:graphic>
          <a:graphicData uri="http://schemas.openxmlformats.org/drawingml/2006/table">
            <a:tbl>
              <a:tblPr firstRow="0" bandRow="0">
                <a:tableStyleId>{5C22544A-7EE6-4342-B048-85BDC9FD1C3A}</a:tableStyleId>
              </a:tblPr>
              <a:tblGrid>
                <a:gridCol w="2011680"/>
                <a:gridCol w="5705856"/>
              </a:tblGrid>
              <a:tr h="548640">
                <a:tc>
                  <a:txBody>
                    <a:bodyPr wrap="square"/>
                    <a:lstStyle/>
                    <a:p>
                      <a:r>
                        <a:rPr sz="1300" b="1" i="0">
                          <a:solidFill>
                            <a:srgbClr val="FFFFFF"/>
                          </a:solidFill>
                          <a:latin typeface="Arial"/>
                        </a:rPr>
                        <a:t>Member</a:t>
                      </a:r>
                    </a:p>
                  </a:txBody>
                  <a:tcPr marL="73152" marR="73152" marT="45720" marB="45720" anchor="ctr">
                    <a:solidFill>
                      <a:srgbClr val="3F3533"/>
                    </a:solidFill>
                  </a:tcPr>
                </a:tc>
                <a:tc>
                  <a:txBody>
                    <a:bodyPr wrap="square"/>
                    <a:lstStyle/>
                    <a:p>
                      <a:r>
                        <a:rPr sz="1300" b="1" i="0">
                          <a:solidFill>
                            <a:srgbClr val="FFFFFF"/>
                          </a:solidFill>
                          <a:latin typeface="Arial"/>
                        </a:rPr>
                        <a:t>Contribution</a:t>
                      </a:r>
                    </a:p>
                  </a:txBody>
                  <a:tcPr marL="73152" marR="73152" marT="45720" marB="45720" anchor="ctr">
                    <a:solidFill>
                      <a:srgbClr val="3F3533"/>
                    </a:solidFill>
                  </a:tcPr>
                </a:tc>
              </a:tr>
              <a:tr h="548640">
                <a:tc>
                  <a:txBody>
                    <a:bodyPr wrap="square"/>
                    <a:lstStyle/>
                    <a:p>
                      <a:r>
                        <a:rPr sz="1300" b="1" i="0">
                          <a:solidFill>
                            <a:srgbClr val="3F3533"/>
                          </a:solidFill>
                          <a:latin typeface="Arial"/>
                        </a:rPr>
                        <a:t>[Name]</a:t>
                      </a:r>
                    </a:p>
                  </a:txBody>
                  <a:tcPr marL="73152" marR="73152" marT="45720" marB="45720" anchor="ctr">
                    <a:solidFill>
                      <a:srgbClr val="F6F7FB"/>
                    </a:solidFill>
                  </a:tcPr>
                </a:tc>
                <a:tc>
                  <a:txBody>
                    <a:bodyPr wrap="square"/>
                    <a:lstStyle/>
                    <a:p>
                      <a:r>
                        <a:rPr sz="1300" b="0" i="0">
                          <a:solidFill>
                            <a:srgbClr val="3F3533"/>
                          </a:solidFill>
                          <a:latin typeface="Arial"/>
                        </a:rPr>
                        <a:t>Chinese slides and presentation</a:t>
                      </a:r>
                    </a:p>
                  </a:txBody>
                  <a:tcPr marL="73152" marR="73152" marT="45720" marB="45720" anchor="ctr">
                    <a:solidFill>
                      <a:srgbClr val="F6F7FB"/>
                    </a:solidFill>
                  </a:tcPr>
                </a:tc>
              </a:tr>
              <a:tr h="548640">
                <a:tc>
                  <a:txBody>
                    <a:bodyPr wrap="square"/>
                    <a:lstStyle/>
                    <a:p>
                      <a:r>
                        <a:rPr sz="1300" b="1" i="0">
                          <a:solidFill>
                            <a:srgbClr val="3F3533"/>
                          </a:solidFill>
                          <a:latin typeface="Arial"/>
                        </a:rPr>
                        <a:t>[Name]</a:t>
                      </a:r>
                    </a:p>
                  </a:txBody>
                  <a:tcPr marL="73152" marR="73152" marT="45720" marB="45720" anchor="ctr">
                    <a:solidFill>
                      <a:srgbClr val="FFFFFF"/>
                    </a:solidFill>
                  </a:tcPr>
                </a:tc>
                <a:tc>
                  <a:txBody>
                    <a:bodyPr wrap="square"/>
                    <a:lstStyle/>
                    <a:p>
                      <a:r>
                        <a:rPr sz="1300" b="0" i="0">
                          <a:solidFill>
                            <a:srgbClr val="3F3533"/>
                          </a:solidFill>
                          <a:latin typeface="Arial"/>
                        </a:rPr>
                        <a:t>English slides and presentation</a:t>
                      </a:r>
                    </a:p>
                  </a:txBody>
                  <a:tcPr marL="73152" marR="73152" marT="45720" marB="45720" anchor="ctr">
                    <a:solidFill>
                      <a:srgbClr val="FFFFFF"/>
                    </a:solidFill>
                  </a:tcPr>
                </a:tc>
              </a:tr>
              <a:tr h="548640">
                <a:tc>
                  <a:txBody>
                    <a:bodyPr wrap="square"/>
                    <a:lstStyle/>
                    <a:p>
                      <a:r>
                        <a:rPr sz="1300" b="1" i="0">
                          <a:solidFill>
                            <a:srgbClr val="3F3533"/>
                          </a:solidFill>
                          <a:latin typeface="Arial"/>
                        </a:rPr>
                        <a:t>[Name]</a:t>
                      </a:r>
                    </a:p>
                  </a:txBody>
                  <a:tcPr marL="73152" marR="73152" marT="45720" marB="45720" anchor="ctr">
                    <a:solidFill>
                      <a:srgbClr val="F6F7FB"/>
                    </a:solidFill>
                  </a:tcPr>
                </a:tc>
                <a:tc>
                  <a:txBody>
                    <a:bodyPr wrap="square"/>
                    <a:lstStyle/>
                    <a:p>
                      <a:r>
                        <a:rPr sz="1300" b="0" i="0">
                          <a:solidFill>
                            <a:srgbClr val="3F3533"/>
                          </a:solidFill>
                          <a:latin typeface="Arial"/>
                        </a:rPr>
                        <a:t>Research: statutes, judicial interpretations and cases</a:t>
                      </a:r>
                    </a:p>
                  </a:txBody>
                  <a:tcPr marL="73152" marR="73152" marT="45720" marB="45720" anchor="ctr">
                    <a:solidFill>
                      <a:srgbClr val="F6F7FB"/>
                    </a:solidFill>
                  </a:tcPr>
                </a:tc>
              </a:tr>
              <a:tr h="548640">
                <a:tc>
                  <a:txBody>
                    <a:bodyPr wrap="square"/>
                    <a:lstStyle/>
                    <a:p>
                      <a:r>
                        <a:rPr sz="1300" b="1" i="0">
                          <a:solidFill>
                            <a:srgbClr val="3F3533"/>
                          </a:solidFill>
                          <a:latin typeface="Arial"/>
                        </a:rPr>
                        <a:t>[Name]</a:t>
                      </a:r>
                    </a:p>
                  </a:txBody>
                  <a:tcPr marL="73152" marR="73152" marT="45720" marB="45720" anchor="ctr">
                    <a:solidFill>
                      <a:srgbClr val="FFFFFF"/>
                    </a:solidFill>
                  </a:tcPr>
                </a:tc>
                <a:tc>
                  <a:txBody>
                    <a:bodyPr wrap="square"/>
                    <a:lstStyle/>
                    <a:p>
                      <a:r>
                        <a:rPr sz="1300" b="0" i="0">
                          <a:solidFill>
                            <a:srgbClr val="3F3533"/>
                          </a:solidFill>
                          <a:latin typeface="Arial"/>
                        </a:rPr>
                        <a:t>[Contribution]</a:t>
                      </a:r>
                    </a:p>
                  </a:txBody>
                  <a:tcPr marL="73152" marR="73152"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713232" y="1115568"/>
            <a:ext cx="3749039"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Chinese law</a:t>
            </a:r>
          </a:p>
        </p:txBody>
      </p:sp>
      <p:sp>
        <p:nvSpPr>
          <p:cNvPr id="4" name="TextBox 3"/>
          <p:cNvSpPr txBox="1"/>
          <p:nvPr/>
        </p:nvSpPr>
        <p:spPr>
          <a:xfrm>
            <a:off x="713232" y="1481328"/>
            <a:ext cx="3749039" cy="3108960"/>
          </a:xfrm>
          <a:prstGeom prst="rect">
            <a:avLst/>
          </a:prstGeom>
          <a:noFill/>
        </p:spPr>
        <p:txBody>
          <a:bodyPr wrap="square" anchor="t" lIns="0" rIns="0" tIns="0" bIns="0">
            <a:spAutoFit/>
          </a:bodyPr>
          <a:lstStyle/>
          <a:p>
            <a:pPr algn="l" marL="182880" indent="-182880">
              <a:spcAft>
                <a:spcPts val="400"/>
              </a:spcAft>
              <a:buFont typeface="Arial"/>
              <a:buChar char="•"/>
            </a:pPr>
            <a:r>
              <a:rPr sz="1100" b="0" i="0">
                <a:solidFill>
                  <a:srgbClr val="3F3533"/>
                </a:solidFill>
                <a:latin typeface="Arial"/>
              </a:rPr>
              <a:t>PRC Company Law (2023) Arts 3, 4, 23, 40, 47–54</a:t>
            </a:r>
          </a:p>
          <a:p>
            <a:pPr algn="l" marL="182880" indent="-182880">
              <a:spcAft>
                <a:spcPts val="400"/>
              </a:spcAft>
              <a:buFont typeface="Arial"/>
              <a:buChar char="•"/>
            </a:pPr>
            <a:r>
              <a:rPr sz="1100" b="0" i="0">
                <a:solidFill>
                  <a:srgbClr val="3F3533"/>
                </a:solidFill>
                <a:latin typeface="Arial"/>
              </a:rPr>
              <a:t>PRC Civil Code Art. 641; Patent Law Art. 47</a:t>
            </a:r>
          </a:p>
          <a:p>
            <a:pPr algn="l" marL="182880" indent="-182880">
              <a:spcAft>
                <a:spcPts val="400"/>
              </a:spcAft>
              <a:buFont typeface="Arial"/>
              <a:buChar char="•"/>
            </a:pPr>
            <a:r>
              <a:rPr sz="1100" b="0" i="0">
                <a:solidFill>
                  <a:srgbClr val="3F3533"/>
                </a:solidFill>
                <a:latin typeface="Arial"/>
              </a:rPr>
              <a:t>SPC Interpretation III on the Company Law Arts 9, 13, 15, 19</a:t>
            </a:r>
          </a:p>
          <a:p>
            <a:pPr algn="l" marL="182880" indent="-182880">
              <a:spcAft>
                <a:spcPts val="400"/>
              </a:spcAft>
              <a:buFont typeface="Arial"/>
              <a:buChar char="•"/>
            </a:pPr>
            <a:r>
              <a:rPr sz="1100" b="0" i="0">
                <a:solidFill>
                  <a:srgbClr val="3F3533"/>
                </a:solidFill>
                <a:latin typeface="Arial"/>
              </a:rPr>
              <a:t>SPC Provisions on Changing and Adding Parties in Enforcement Art. 17</a:t>
            </a:r>
          </a:p>
          <a:p>
            <a:pPr algn="l" marL="182880" indent="-182880">
              <a:spcAft>
                <a:spcPts val="400"/>
              </a:spcAft>
              <a:buFont typeface="Arial"/>
              <a:buChar char="•"/>
            </a:pPr>
            <a:r>
              <a:rPr sz="1100" b="0" i="0">
                <a:solidFill>
                  <a:srgbClr val="3F3533"/>
                </a:solidFill>
                <a:latin typeface="Arial"/>
              </a:rPr>
              <a:t>Ninth Minutes of the National Courts Civil and Commercial Trial Conference (2019)</a:t>
            </a:r>
          </a:p>
          <a:p>
            <a:pPr algn="l" marL="182880" indent="-182880">
              <a:spcAft>
                <a:spcPts val="400"/>
              </a:spcAft>
              <a:buFont typeface="Arial"/>
              <a:buChar char="•"/>
            </a:pPr>
            <a:r>
              <a:rPr sz="1100" b="0" i="0">
                <a:solidFill>
                  <a:srgbClr val="3F3533"/>
                </a:solidFill>
                <a:latin typeface="Arial"/>
              </a:rPr>
              <a:t>State Council Provisions on Registered Capital Registration (2024)</a:t>
            </a:r>
          </a:p>
          <a:p>
            <a:pPr algn="l" marL="182880" indent="-182880">
              <a:spcAft>
                <a:spcPts val="400"/>
              </a:spcAft>
              <a:buFont typeface="Arial"/>
              <a:buChar char="•"/>
            </a:pPr>
            <a:r>
              <a:rPr sz="1100" b="0" i="0">
                <a:solidFill>
                  <a:srgbClr val="3F3533"/>
                </a:solidFill>
                <a:latin typeface="Arial"/>
              </a:rPr>
              <a:t>Market Entity Registration Regulation Art. 13</a:t>
            </a:r>
          </a:p>
        </p:txBody>
      </p:sp>
      <p:sp>
        <p:nvSpPr>
          <p:cNvPr id="5" name="TextBox 4"/>
          <p:cNvSpPr txBox="1"/>
          <p:nvPr/>
        </p:nvSpPr>
        <p:spPr>
          <a:xfrm>
            <a:off x="4663440" y="1115568"/>
            <a:ext cx="3749039" cy="320040"/>
          </a:xfrm>
          <a:prstGeom prst="rect">
            <a:avLst/>
          </a:prstGeom>
          <a:noFill/>
        </p:spPr>
        <p:txBody>
          <a:bodyPr wrap="square" anchor="t" lIns="0" rIns="0" tIns="0" bIns="0">
            <a:spAutoFit/>
          </a:bodyPr>
          <a:lstStyle/>
          <a:p>
            <a:pPr algn="l">
              <a:spcAft>
                <a:spcPts val="400"/>
              </a:spcAft>
            </a:pPr>
            <a:r>
              <a:rPr sz="1400" b="1" i="0">
                <a:solidFill>
                  <a:srgbClr val="3F3533"/>
                </a:solidFill>
                <a:latin typeface="Arial"/>
              </a:rPr>
              <a:t>Comparative law &amp; research</a:t>
            </a:r>
          </a:p>
        </p:txBody>
      </p:sp>
      <p:sp>
        <p:nvSpPr>
          <p:cNvPr id="6" name="TextBox 5"/>
          <p:cNvSpPr txBox="1"/>
          <p:nvPr/>
        </p:nvSpPr>
        <p:spPr>
          <a:xfrm>
            <a:off x="4663440" y="1481328"/>
            <a:ext cx="3749039" cy="3108960"/>
          </a:xfrm>
          <a:prstGeom prst="rect">
            <a:avLst/>
          </a:prstGeom>
          <a:noFill/>
        </p:spPr>
        <p:txBody>
          <a:bodyPr wrap="square" anchor="t" lIns="0" rIns="0" tIns="0" bIns="0">
            <a:spAutoFit/>
          </a:bodyPr>
          <a:lstStyle/>
          <a:p>
            <a:pPr algn="l" marL="182880" indent="-182880">
              <a:spcAft>
                <a:spcPts val="400"/>
              </a:spcAft>
              <a:buFont typeface="Arial"/>
              <a:buChar char="•"/>
            </a:pPr>
            <a:r>
              <a:rPr sz="1100" b="0" i="0">
                <a:solidFill>
                  <a:srgbClr val="3F3533"/>
                </a:solidFill>
                <a:latin typeface="Arial"/>
              </a:rPr>
              <a:t>Re Wragg Ltd [1897] 1 Ch 796; Prest v Petrodel [2013] UKSC 34</a:t>
            </a:r>
          </a:p>
          <a:p>
            <a:pPr algn="l" marL="182880" indent="-182880">
              <a:spcAft>
                <a:spcPts val="400"/>
              </a:spcAft>
              <a:buFont typeface="Arial"/>
              <a:buChar char="•"/>
            </a:pPr>
            <a:r>
              <a:rPr sz="1100" b="0" i="0">
                <a:solidFill>
                  <a:srgbClr val="3F3533"/>
                </a:solidFill>
                <a:latin typeface="Arial"/>
              </a:rPr>
              <a:t>UK Companies Act 2006 ss.582, 593; Directive (EU) 2017/1132 Art. 49</a:t>
            </a:r>
          </a:p>
          <a:p>
            <a:pPr algn="l" marL="182880" indent="-182880">
              <a:spcAft>
                <a:spcPts val="400"/>
              </a:spcAft>
              <a:buFont typeface="Arial"/>
              <a:buChar char="•"/>
            </a:pPr>
            <a:r>
              <a:rPr sz="1100" b="0" i="0">
                <a:solidFill>
                  <a:srgbClr val="3F3533"/>
                </a:solidFill>
                <a:latin typeface="Arial"/>
              </a:rPr>
              <a:t>Delaware General Corporation Law §152</a:t>
            </a:r>
          </a:p>
          <a:p>
            <a:pPr algn="l" marL="182880" indent="-182880">
              <a:spcAft>
                <a:spcPts val="400"/>
              </a:spcAft>
              <a:buFont typeface="Arial"/>
              <a:buChar char="•"/>
            </a:pPr>
            <a:r>
              <a:rPr sz="1100" b="0" i="0">
                <a:solidFill>
                  <a:srgbClr val="3F3533"/>
                </a:solidFill>
                <a:latin typeface="Arial"/>
              </a:rPr>
              <a:t>Easterbrook &amp; Fischel, 52 U. Chi. L. Rev. 89 (1985)</a:t>
            </a:r>
          </a:p>
          <a:p>
            <a:pPr algn="l" marL="182880" indent="-182880">
              <a:spcAft>
                <a:spcPts val="400"/>
              </a:spcAft>
              <a:buFont typeface="Arial"/>
              <a:buChar char="•"/>
            </a:pPr>
            <a:r>
              <a:rPr sz="1100" b="0" i="0">
                <a:solidFill>
                  <a:srgbClr val="3F3533"/>
                </a:solidFill>
                <a:latin typeface="Arial"/>
              </a:rPr>
              <a:t>Hansmann &amp; Kraakman, 100 Yale L.J. 1879 (1991)</a:t>
            </a:r>
          </a:p>
          <a:p>
            <a:pPr algn="l" marL="182880" indent="-182880">
              <a:spcAft>
                <a:spcPts val="400"/>
              </a:spcAft>
              <a:buFont typeface="Arial"/>
              <a:buChar char="•"/>
            </a:pPr>
            <a:r>
              <a:rPr sz="1100" b="0" i="0">
                <a:solidFill>
                  <a:srgbClr val="3F3533"/>
                </a:solidFill>
                <a:latin typeface="Arial"/>
              </a:rPr>
              <a:t>Huang Hui, empirical study of veil piercing in China</a:t>
            </a:r>
          </a:p>
          <a:p>
            <a:pPr algn="l" marL="182880" indent="-182880">
              <a:spcAft>
                <a:spcPts val="400"/>
              </a:spcAft>
              <a:buFont typeface="Arial"/>
              <a:buChar char="•"/>
            </a:pPr>
            <a:r>
              <a:rPr sz="1100" b="0" i="0">
                <a:solidFill>
                  <a:srgbClr val="3F3533"/>
                </a:solidFill>
                <a:latin typeface="Arial"/>
              </a:rPr>
              <a:t>Cheng, Reassessing Corporate Veil-Piercing in China, ECGI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Thank you!</a:t>
            </a:r>
          </a:p>
        </p:txBody>
      </p:sp>
      <p:sp>
        <p:nvSpPr>
          <p:cNvPr id="3" name="Subtitle 2"/>
          <p:cNvSpPr>
            <a:spLocks noGrp="1"/>
          </p:cNvSpPr>
          <p:nvPr>
            <p:ph type="subTitle" idx="1"/>
          </p:nvPr>
        </p:nvSpPr>
        <p:spPr/>
        <p:txBody>
          <a:bodyPr/>
          <a:lstStyle/>
          <a:p>
            <a:r>
              <a:t>Questions are welcome</a:t>
            </a:r>
          </a:p>
        </p:txBody>
      </p:sp>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inimalist Business Slides XL by Slidesgo">
  <a:themeElements>
    <a:clrScheme name="Simple Light">
      <a:dk1>
        <a:srgbClr val="000000"/>
      </a:dk1>
      <a:lt1>
        <a:srgbClr val="E3E7F0"/>
      </a:lt1>
      <a:dk2>
        <a:srgbClr val="000000"/>
      </a:dk2>
      <a:lt2>
        <a:srgbClr val="E3E7F0"/>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